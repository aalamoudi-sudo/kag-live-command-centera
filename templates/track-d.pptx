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21164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2C535E0-BE6C-6E18-DBC9-12D15C4B1BC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071" y="0"/>
            <a:ext cx="12181855" cy="686157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1879B5-4378-FC06-DBC0-574DF9CA12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071" y="0"/>
            <a:ext cx="12181855" cy="686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000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8788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056DF95-1C38-472A-A00D-99907BF56C2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0" y="-4641"/>
            <a:ext cx="12183756" cy="686264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8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94360"/>
            <a:ext cx="1005840" cy="265176"/>
          </a:xfrm>
          <a:prstGeom prst="roundRect">
            <a:avLst>
              <a:gd name="adj" fmla="val 17241"/>
            </a:avLst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9509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المسار ٠٤</a:t>
            </a:r>
            <a:endParaRPr lang="en-US" sz="720" dirty="0"/>
          </a:p>
        </p:txBody>
      </p:sp>
      <p:sp>
        <p:nvSpPr>
          <p:cNvPr id="4" name="Text 2"/>
          <p:cNvSpPr/>
          <p:nvPr/>
        </p:nvSpPr>
        <p:spPr>
          <a:xfrm>
            <a:off x="2788920" y="132588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نموذج التقرير اليومي – تجهيز وتفعيل الحديقة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88920" y="2020824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500" b="1" dirty="0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مشروع افتتاح حدائق الملك عبدالله العالمية</a:t>
            </a:r>
            <a:endParaRPr lang="en-US" sz="15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3383280" y="2286000"/>
            <a:ext cx="809244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1280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يرسل يومياً من مسؤول المسار إلى مدير مكتب إدارة المشروع لاستخدامه في إعداد التقرير اليومي الشامل.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4507992" y="2817457"/>
            <a:ext cx="6967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نطاق تعبئة مسؤول المسار</a:t>
            </a:r>
            <a:endParaRPr lang="en-US" sz="101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507992" y="3100720"/>
            <a:ext cx="6967728" cy="0"/>
          </a:xfrm>
          <a:prstGeom prst="line">
            <a:avLst/>
          </a:prstGeom>
          <a:noFill/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Text 7"/>
          <p:cNvSpPr/>
          <p:nvPr/>
        </p:nvSpPr>
        <p:spPr>
          <a:xfrm>
            <a:off x="5020458" y="3199798"/>
            <a:ext cx="6446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20" b="1" dirty="0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الحديقة والمسارات، النقل، السلامة والطوارئ، الاستدامة والبيئة، الجاهزية والتشغيل الميداني</a:t>
            </a:r>
            <a:endParaRPr lang="en-US" sz="92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626364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85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نموذج التقرير اليومي للمسار | مكتب إدارة المشروع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ملخص يومي لمسار تجهيز وتفعيل الحديقة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30936" y="1078992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حالة المسار اليوم</a:t>
            </a:r>
            <a:endParaRPr lang="en-US" sz="1010" dirty="0"/>
          </a:p>
        </p:txBody>
      </p:sp>
      <p:sp>
        <p:nvSpPr>
          <p:cNvPr id="7" name="Shape 5"/>
          <p:cNvSpPr/>
          <p:nvPr/>
        </p:nvSpPr>
        <p:spPr>
          <a:xfrm>
            <a:off x="630936" y="1353312"/>
            <a:ext cx="2624328" cy="0"/>
          </a:xfrm>
          <a:prstGeom prst="line">
            <a:avLst/>
          </a:prstGeom>
          <a:noFill/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" name="Shape 6"/>
          <p:cNvSpPr/>
          <p:nvPr/>
        </p:nvSpPr>
        <p:spPr>
          <a:xfrm>
            <a:off x="868680" y="1417320"/>
            <a:ext cx="594360" cy="265176"/>
          </a:xfrm>
          <a:prstGeom prst="roundRect">
            <a:avLst>
              <a:gd name="adj" fmla="val 17241"/>
            </a:avLst>
          </a:prstGeom>
          <a:solidFill>
            <a:srgbClr val="2FA65A"/>
          </a:solidFill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Text 7"/>
          <p:cNvSpPr/>
          <p:nvPr/>
        </p:nvSpPr>
        <p:spPr>
          <a:xfrm>
            <a:off x="896112" y="1481328"/>
            <a:ext cx="5394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أخضر</a:t>
            </a:r>
            <a:endParaRPr lang="en-US" sz="720" dirty="0"/>
          </a:p>
        </p:txBody>
      </p:sp>
      <p:sp>
        <p:nvSpPr>
          <p:cNvPr id="10" name="Shape 8"/>
          <p:cNvSpPr/>
          <p:nvPr/>
        </p:nvSpPr>
        <p:spPr>
          <a:xfrm>
            <a:off x="1554480" y="1417320"/>
            <a:ext cx="594360" cy="265176"/>
          </a:xfrm>
          <a:prstGeom prst="roundRect">
            <a:avLst>
              <a:gd name="adj" fmla="val 17241"/>
            </a:avLst>
          </a:prstGeom>
          <a:solidFill>
            <a:srgbClr val="F2C94C"/>
          </a:solidFill>
          <a:ln w="12700">
            <a:solidFill>
              <a:srgbClr val="F2C94C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Text 9"/>
          <p:cNvSpPr/>
          <p:nvPr/>
        </p:nvSpPr>
        <p:spPr>
          <a:xfrm>
            <a:off x="1581912" y="1481328"/>
            <a:ext cx="5394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أصفر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2240280" y="1417320"/>
            <a:ext cx="594360" cy="265176"/>
          </a:xfrm>
          <a:prstGeom prst="roundRect">
            <a:avLst>
              <a:gd name="adj" fmla="val 17241"/>
            </a:avLst>
          </a:prstGeom>
          <a:solidFill>
            <a:srgbClr val="D64D3F"/>
          </a:solidFill>
          <a:ln w="12700">
            <a:solidFill>
              <a:srgbClr val="D64D3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" name="Text 11"/>
          <p:cNvSpPr/>
          <p:nvPr/>
        </p:nvSpPr>
        <p:spPr>
          <a:xfrm>
            <a:off x="2267712" y="1481328"/>
            <a:ext cx="5394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أحمر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804672" y="1828800"/>
            <a:ext cx="20574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 rtl="1">
              <a:buNone/>
            </a:pPr>
            <a:r>
              <a:rPr lang="en-US" sz="8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الحالة المختارة: أخضر/أصفر/أحمر</a:t>
            </a:r>
            <a:endParaRPr lang="en-US" sz="880" dirty="0"/>
          </a:p>
          <a:p>
            <a:pPr marL="0" indent="0" algn="r" rtl="1">
              <a:buNone/>
            </a:pPr>
            <a:r>
              <a:rPr lang="en-US" sz="8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نسبة إنجاز اليوم: ٪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3739896" y="107899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ملخص الإنجاز</a:t>
            </a:r>
            <a:endParaRPr lang="en-US" sz="1010" dirty="0"/>
          </a:p>
        </p:txBody>
      </p:sp>
      <p:sp>
        <p:nvSpPr>
          <p:cNvPr id="16" name="Shape 14"/>
          <p:cNvSpPr/>
          <p:nvPr/>
        </p:nvSpPr>
        <p:spPr>
          <a:xfrm>
            <a:off x="3739896" y="1353312"/>
            <a:ext cx="3538728" cy="0"/>
          </a:xfrm>
          <a:prstGeom prst="line">
            <a:avLst/>
          </a:prstGeom>
          <a:noFill/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7" name="Text 15"/>
          <p:cNvSpPr/>
          <p:nvPr/>
        </p:nvSpPr>
        <p:spPr>
          <a:xfrm>
            <a:off x="3913632" y="1389888"/>
            <a:ext cx="3017520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١ إنجاز رئيسي ١</a:t>
            </a:r>
            <a:endParaRPr lang="en-US" sz="860" dirty="0"/>
          </a:p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٢ إنجاز رئيسي ٢</a:t>
            </a:r>
            <a:endParaRPr lang="en-US" sz="860" dirty="0"/>
          </a:p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٣ إنجاز رئيسي ٣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7763256" y="10789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D64D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الدعم المطلوب من مكتب إدارة المشروع</a:t>
            </a:r>
            <a:endParaRPr lang="en-US" sz="1010" dirty="0"/>
          </a:p>
        </p:txBody>
      </p:sp>
      <p:sp>
        <p:nvSpPr>
          <p:cNvPr id="19" name="Shape 17"/>
          <p:cNvSpPr/>
          <p:nvPr/>
        </p:nvSpPr>
        <p:spPr>
          <a:xfrm>
            <a:off x="7763256" y="1353312"/>
            <a:ext cx="3813048" cy="0"/>
          </a:xfrm>
          <a:prstGeom prst="line">
            <a:avLst/>
          </a:prstGeom>
          <a:noFill/>
          <a:ln w="12700">
            <a:solidFill>
              <a:srgbClr val="D64D3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0" name="Text 18"/>
          <p:cNvSpPr/>
          <p:nvPr/>
        </p:nvSpPr>
        <p:spPr>
          <a:xfrm>
            <a:off x="7955280" y="1444752"/>
            <a:ext cx="3154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 rtl="1">
              <a:buNone/>
            </a:pPr>
            <a:r>
              <a:rPr lang="en-US" sz="8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 / اعتماد / تنسيق / تصعيد مطلوب</a:t>
            </a:r>
            <a:endParaRPr lang="en-US" sz="880" dirty="0"/>
          </a:p>
          <a:p>
            <a:pPr marL="0" indent="0" algn="r" rtl="1">
              <a:buNone/>
            </a:pPr>
            <a:r>
              <a:rPr lang="en-US" sz="8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آخر موعد: وقت / تاريخ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630936" y="2862072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التحديث التفصيلي اليومي</a:t>
            </a:r>
            <a:endParaRPr lang="en-US" sz="1010" dirty="0"/>
          </a:p>
        </p:txBody>
      </p:sp>
      <p:sp>
        <p:nvSpPr>
          <p:cNvPr id="22" name="Shape 20"/>
          <p:cNvSpPr/>
          <p:nvPr/>
        </p:nvSpPr>
        <p:spPr>
          <a:xfrm>
            <a:off x="630936" y="3136392"/>
            <a:ext cx="10945368" cy="0"/>
          </a:xfrm>
          <a:prstGeom prst="line">
            <a:avLst/>
          </a:prstGeom>
          <a:noFill/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3" name="Shape 21"/>
          <p:cNvSpPr/>
          <p:nvPr/>
        </p:nvSpPr>
        <p:spPr>
          <a:xfrm>
            <a:off x="777240" y="3310128"/>
            <a:ext cx="132588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4" name="Text 22"/>
          <p:cNvSpPr/>
          <p:nvPr/>
        </p:nvSpPr>
        <p:spPr>
          <a:xfrm>
            <a:off x="804672" y="3360420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</a:t>
            </a:r>
            <a:endParaRPr lang="en-US" sz="710" dirty="0"/>
          </a:p>
        </p:txBody>
      </p:sp>
      <p:sp>
        <p:nvSpPr>
          <p:cNvPr id="25" name="Shape 23"/>
          <p:cNvSpPr/>
          <p:nvPr/>
        </p:nvSpPr>
        <p:spPr>
          <a:xfrm>
            <a:off x="2103120" y="3310128"/>
            <a:ext cx="187452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6" name="Text 24"/>
          <p:cNvSpPr/>
          <p:nvPr/>
        </p:nvSpPr>
        <p:spPr>
          <a:xfrm>
            <a:off x="2130552" y="3360420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الحالة</a:t>
            </a:r>
            <a:endParaRPr lang="en-US" sz="710" dirty="0"/>
          </a:p>
        </p:txBody>
      </p:sp>
      <p:sp>
        <p:nvSpPr>
          <p:cNvPr id="27" name="Shape 25"/>
          <p:cNvSpPr/>
          <p:nvPr/>
        </p:nvSpPr>
        <p:spPr>
          <a:xfrm>
            <a:off x="3977640" y="3310128"/>
            <a:ext cx="187452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8" name="Text 26"/>
          <p:cNvSpPr/>
          <p:nvPr/>
        </p:nvSpPr>
        <p:spPr>
          <a:xfrm>
            <a:off x="4005072" y="3360420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غداً</a:t>
            </a:r>
            <a:endParaRPr lang="en-US" sz="710" dirty="0"/>
          </a:p>
        </p:txBody>
      </p:sp>
      <p:sp>
        <p:nvSpPr>
          <p:cNvPr id="29" name="Shape 27"/>
          <p:cNvSpPr/>
          <p:nvPr/>
        </p:nvSpPr>
        <p:spPr>
          <a:xfrm>
            <a:off x="5852160" y="3310128"/>
            <a:ext cx="187452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0" name="Text 28"/>
          <p:cNvSpPr/>
          <p:nvPr/>
        </p:nvSpPr>
        <p:spPr>
          <a:xfrm>
            <a:off x="5879592" y="3360420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اليوم</a:t>
            </a:r>
            <a:endParaRPr lang="en-US" sz="710" dirty="0"/>
          </a:p>
        </p:txBody>
      </p:sp>
      <p:sp>
        <p:nvSpPr>
          <p:cNvPr id="31" name="Shape 29"/>
          <p:cNvSpPr/>
          <p:nvPr/>
        </p:nvSpPr>
        <p:spPr>
          <a:xfrm>
            <a:off x="7726680" y="3310128"/>
            <a:ext cx="91440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2" name="Text 30"/>
          <p:cNvSpPr/>
          <p:nvPr/>
        </p:nvSpPr>
        <p:spPr>
          <a:xfrm>
            <a:off x="7754112" y="336042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أمس</a:t>
            </a:r>
            <a:endParaRPr lang="en-US" sz="710" dirty="0"/>
          </a:p>
        </p:txBody>
      </p:sp>
      <p:sp>
        <p:nvSpPr>
          <p:cNvPr id="33" name="Shape 31"/>
          <p:cNvSpPr/>
          <p:nvPr/>
        </p:nvSpPr>
        <p:spPr>
          <a:xfrm>
            <a:off x="8641080" y="3310128"/>
            <a:ext cx="214884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4" name="Text 32"/>
          <p:cNvSpPr/>
          <p:nvPr/>
        </p:nvSpPr>
        <p:spPr>
          <a:xfrm>
            <a:off x="8668512" y="3360420"/>
            <a:ext cx="2093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البند</a:t>
            </a:r>
            <a:endParaRPr lang="en-US" sz="710" dirty="0"/>
          </a:p>
        </p:txBody>
      </p:sp>
      <p:sp>
        <p:nvSpPr>
          <p:cNvPr id="35" name="Shape 33"/>
          <p:cNvSpPr/>
          <p:nvPr/>
        </p:nvSpPr>
        <p:spPr>
          <a:xfrm>
            <a:off x="777240" y="3602736"/>
            <a:ext cx="132588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6" name="Text 34"/>
          <p:cNvSpPr/>
          <p:nvPr/>
        </p:nvSpPr>
        <p:spPr>
          <a:xfrm>
            <a:off x="809244" y="3648456"/>
            <a:ext cx="12618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680" dirty="0"/>
          </a:p>
        </p:txBody>
      </p:sp>
      <p:sp>
        <p:nvSpPr>
          <p:cNvPr id="37" name="Shape 35"/>
          <p:cNvSpPr/>
          <p:nvPr/>
        </p:nvSpPr>
        <p:spPr>
          <a:xfrm>
            <a:off x="2103120" y="3602736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8" name="Text 36"/>
          <p:cNvSpPr/>
          <p:nvPr/>
        </p:nvSpPr>
        <p:spPr>
          <a:xfrm>
            <a:off x="2135124" y="3648456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3977640" y="3602736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0" name="Text 38"/>
          <p:cNvSpPr/>
          <p:nvPr/>
        </p:nvSpPr>
        <p:spPr>
          <a:xfrm>
            <a:off x="4009644" y="3648456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مخطط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5852160" y="3602736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2" name="Text 40"/>
          <p:cNvSpPr/>
          <p:nvPr/>
        </p:nvSpPr>
        <p:spPr>
          <a:xfrm>
            <a:off x="5884164" y="3648456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قيد التنفيذ</a:t>
            </a:r>
            <a:endParaRPr lang="en-US" sz="680" dirty="0"/>
          </a:p>
        </p:txBody>
      </p:sp>
      <p:sp>
        <p:nvSpPr>
          <p:cNvPr id="43" name="Shape 41"/>
          <p:cNvSpPr/>
          <p:nvPr/>
        </p:nvSpPr>
        <p:spPr>
          <a:xfrm>
            <a:off x="7726680" y="3602736"/>
            <a:ext cx="9144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4" name="Text 42"/>
          <p:cNvSpPr/>
          <p:nvPr/>
        </p:nvSpPr>
        <p:spPr>
          <a:xfrm>
            <a:off x="7758684" y="3648456"/>
            <a:ext cx="8503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منجز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8641080" y="3602736"/>
            <a:ext cx="21488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6" name="Text 44"/>
          <p:cNvSpPr/>
          <p:nvPr/>
        </p:nvSpPr>
        <p:spPr>
          <a:xfrm>
            <a:off x="8673084" y="3648456"/>
            <a:ext cx="20848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أنشطة رئيسية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777240" y="3986784"/>
            <a:ext cx="132588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8" name="Text 46"/>
          <p:cNvSpPr/>
          <p:nvPr/>
        </p:nvSpPr>
        <p:spPr>
          <a:xfrm>
            <a:off x="809244" y="4032504"/>
            <a:ext cx="12618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2103120" y="3986784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0" name="Text 48"/>
          <p:cNvSpPr/>
          <p:nvPr/>
        </p:nvSpPr>
        <p:spPr>
          <a:xfrm>
            <a:off x="2135124" y="4032504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3977640" y="3986784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2" name="Text 50"/>
          <p:cNvSpPr/>
          <p:nvPr/>
        </p:nvSpPr>
        <p:spPr>
          <a:xfrm>
            <a:off x="4009644" y="4032504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مخطط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5852160" y="3986784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4" name="Text 52"/>
          <p:cNvSpPr/>
          <p:nvPr/>
        </p:nvSpPr>
        <p:spPr>
          <a:xfrm>
            <a:off x="5884164" y="4032504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قيد التنفيذ</a:t>
            </a:r>
            <a:endParaRPr lang="en-US" sz="680" dirty="0"/>
          </a:p>
        </p:txBody>
      </p:sp>
      <p:sp>
        <p:nvSpPr>
          <p:cNvPr id="55" name="Shape 53"/>
          <p:cNvSpPr/>
          <p:nvPr/>
        </p:nvSpPr>
        <p:spPr>
          <a:xfrm>
            <a:off x="7726680" y="3986784"/>
            <a:ext cx="91440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6" name="Text 54"/>
          <p:cNvSpPr/>
          <p:nvPr/>
        </p:nvSpPr>
        <p:spPr>
          <a:xfrm>
            <a:off x="7758684" y="4032504"/>
            <a:ext cx="8503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منجز</a:t>
            </a:r>
            <a:endParaRPr lang="en-US" sz="680" dirty="0"/>
          </a:p>
        </p:txBody>
      </p:sp>
      <p:sp>
        <p:nvSpPr>
          <p:cNvPr id="57" name="Shape 55"/>
          <p:cNvSpPr/>
          <p:nvPr/>
        </p:nvSpPr>
        <p:spPr>
          <a:xfrm>
            <a:off x="8641080" y="3986784"/>
            <a:ext cx="214884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8" name="Text 56"/>
          <p:cNvSpPr/>
          <p:nvPr/>
        </p:nvSpPr>
        <p:spPr>
          <a:xfrm>
            <a:off x="8673084" y="4032504"/>
            <a:ext cx="20848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مخرجات/اعتمادات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777240" y="4370832"/>
            <a:ext cx="132588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0" name="Text 58"/>
          <p:cNvSpPr/>
          <p:nvPr/>
        </p:nvSpPr>
        <p:spPr>
          <a:xfrm>
            <a:off x="809244" y="4416552"/>
            <a:ext cx="12618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2103120" y="4370832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2" name="Text 60"/>
          <p:cNvSpPr/>
          <p:nvPr/>
        </p:nvSpPr>
        <p:spPr>
          <a:xfrm>
            <a:off x="2135124" y="4416552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3977640" y="4370832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4" name="Text 62"/>
          <p:cNvSpPr/>
          <p:nvPr/>
        </p:nvSpPr>
        <p:spPr>
          <a:xfrm>
            <a:off x="4009644" y="4416552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مخطط</a:t>
            </a:r>
            <a:endParaRPr lang="en-US" sz="680" dirty="0"/>
          </a:p>
        </p:txBody>
      </p:sp>
      <p:sp>
        <p:nvSpPr>
          <p:cNvPr id="65" name="Shape 63"/>
          <p:cNvSpPr/>
          <p:nvPr/>
        </p:nvSpPr>
        <p:spPr>
          <a:xfrm>
            <a:off x="5852160" y="4370832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6" name="Text 64"/>
          <p:cNvSpPr/>
          <p:nvPr/>
        </p:nvSpPr>
        <p:spPr>
          <a:xfrm>
            <a:off x="5884164" y="4416552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قيد التنفيذ</a:t>
            </a:r>
            <a:endParaRPr lang="en-US" sz="680" dirty="0"/>
          </a:p>
        </p:txBody>
      </p:sp>
      <p:sp>
        <p:nvSpPr>
          <p:cNvPr id="67" name="Shape 65"/>
          <p:cNvSpPr/>
          <p:nvPr/>
        </p:nvSpPr>
        <p:spPr>
          <a:xfrm>
            <a:off x="7726680" y="4370832"/>
            <a:ext cx="9144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8" name="Text 66"/>
          <p:cNvSpPr/>
          <p:nvPr/>
        </p:nvSpPr>
        <p:spPr>
          <a:xfrm>
            <a:off x="7758684" y="4416552"/>
            <a:ext cx="8503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منجز</a:t>
            </a:r>
            <a:endParaRPr lang="en-US" sz="680" dirty="0"/>
          </a:p>
        </p:txBody>
      </p:sp>
      <p:sp>
        <p:nvSpPr>
          <p:cNvPr id="69" name="Shape 67"/>
          <p:cNvSpPr/>
          <p:nvPr/>
        </p:nvSpPr>
        <p:spPr>
          <a:xfrm>
            <a:off x="8641080" y="4370832"/>
            <a:ext cx="21488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0" name="Text 68"/>
          <p:cNvSpPr/>
          <p:nvPr/>
        </p:nvSpPr>
        <p:spPr>
          <a:xfrm>
            <a:off x="8673084" y="4416552"/>
            <a:ext cx="20848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تنسيق مع جهات</a:t>
            </a:r>
            <a:endParaRPr lang="en-US" sz="680" dirty="0"/>
          </a:p>
        </p:txBody>
      </p:sp>
      <p:sp>
        <p:nvSpPr>
          <p:cNvPr id="71" name="Shape 69"/>
          <p:cNvSpPr/>
          <p:nvPr/>
        </p:nvSpPr>
        <p:spPr>
          <a:xfrm>
            <a:off x="777240" y="4754880"/>
            <a:ext cx="132588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2" name="Text 70"/>
          <p:cNvSpPr/>
          <p:nvPr/>
        </p:nvSpPr>
        <p:spPr>
          <a:xfrm>
            <a:off x="809244" y="4800600"/>
            <a:ext cx="12618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680" dirty="0"/>
          </a:p>
        </p:txBody>
      </p:sp>
      <p:sp>
        <p:nvSpPr>
          <p:cNvPr id="73" name="Shape 71"/>
          <p:cNvSpPr/>
          <p:nvPr/>
        </p:nvSpPr>
        <p:spPr>
          <a:xfrm>
            <a:off x="2103120" y="4754880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4" name="Text 72"/>
          <p:cNvSpPr/>
          <p:nvPr/>
        </p:nvSpPr>
        <p:spPr>
          <a:xfrm>
            <a:off x="2135124" y="4800600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80" dirty="0"/>
          </a:p>
        </p:txBody>
      </p:sp>
      <p:sp>
        <p:nvSpPr>
          <p:cNvPr id="75" name="Shape 73"/>
          <p:cNvSpPr/>
          <p:nvPr/>
        </p:nvSpPr>
        <p:spPr>
          <a:xfrm>
            <a:off x="3977640" y="4754880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6" name="Text 74"/>
          <p:cNvSpPr/>
          <p:nvPr/>
        </p:nvSpPr>
        <p:spPr>
          <a:xfrm>
            <a:off x="4009644" y="4800600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مخطط</a:t>
            </a:r>
            <a:endParaRPr lang="en-US" sz="680" dirty="0"/>
          </a:p>
        </p:txBody>
      </p:sp>
      <p:sp>
        <p:nvSpPr>
          <p:cNvPr id="77" name="Shape 75"/>
          <p:cNvSpPr/>
          <p:nvPr/>
        </p:nvSpPr>
        <p:spPr>
          <a:xfrm>
            <a:off x="5852160" y="4754880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8" name="Text 76"/>
          <p:cNvSpPr/>
          <p:nvPr/>
        </p:nvSpPr>
        <p:spPr>
          <a:xfrm>
            <a:off x="5884164" y="4800600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قيد التنفيذ</a:t>
            </a:r>
            <a:endParaRPr lang="en-US" sz="680" dirty="0"/>
          </a:p>
        </p:txBody>
      </p:sp>
      <p:sp>
        <p:nvSpPr>
          <p:cNvPr id="79" name="Shape 77"/>
          <p:cNvSpPr/>
          <p:nvPr/>
        </p:nvSpPr>
        <p:spPr>
          <a:xfrm>
            <a:off x="7726680" y="4754880"/>
            <a:ext cx="91440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0" name="Text 78"/>
          <p:cNvSpPr/>
          <p:nvPr/>
        </p:nvSpPr>
        <p:spPr>
          <a:xfrm>
            <a:off x="7758684" y="4800600"/>
            <a:ext cx="8503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منجز</a:t>
            </a:r>
            <a:endParaRPr lang="en-US" sz="680" dirty="0"/>
          </a:p>
        </p:txBody>
      </p:sp>
      <p:sp>
        <p:nvSpPr>
          <p:cNvPr id="81" name="Shape 79"/>
          <p:cNvSpPr/>
          <p:nvPr/>
        </p:nvSpPr>
        <p:spPr>
          <a:xfrm>
            <a:off x="8641080" y="4754880"/>
            <a:ext cx="214884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2" name="Text 80"/>
          <p:cNvSpPr/>
          <p:nvPr/>
        </p:nvSpPr>
        <p:spPr>
          <a:xfrm>
            <a:off x="8673084" y="4800600"/>
            <a:ext cx="20848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موردين/أطراف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تفاصيل الأنشطة اليومية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30936" y="1078992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قائمة أعمال المسار اليومية</a:t>
            </a:r>
            <a:endParaRPr lang="en-US" sz="1010" dirty="0"/>
          </a:p>
        </p:txBody>
      </p:sp>
      <p:sp>
        <p:nvSpPr>
          <p:cNvPr id="7" name="Shape 5"/>
          <p:cNvSpPr/>
          <p:nvPr/>
        </p:nvSpPr>
        <p:spPr>
          <a:xfrm>
            <a:off x="630936" y="1353312"/>
            <a:ext cx="10945368" cy="0"/>
          </a:xfrm>
          <a:prstGeom prst="line">
            <a:avLst/>
          </a:prstGeom>
          <a:noFill/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" name="Shape 6"/>
          <p:cNvSpPr/>
          <p:nvPr/>
        </p:nvSpPr>
        <p:spPr>
          <a:xfrm>
            <a:off x="777240" y="1481328"/>
            <a:ext cx="41148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Text 7"/>
          <p:cNvSpPr/>
          <p:nvPr/>
        </p:nvSpPr>
        <p:spPr>
          <a:xfrm>
            <a:off x="804672" y="1531620"/>
            <a:ext cx="356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الاعتماد/الدليل</a:t>
            </a:r>
            <a:endParaRPr lang="en-US" sz="600" dirty="0"/>
          </a:p>
        </p:txBody>
      </p:sp>
      <p:sp>
        <p:nvSpPr>
          <p:cNvPr id="10" name="Shape 8"/>
          <p:cNvSpPr/>
          <p:nvPr/>
        </p:nvSpPr>
        <p:spPr>
          <a:xfrm>
            <a:off x="1188720" y="1481328"/>
            <a:ext cx="278892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Text 9"/>
          <p:cNvSpPr/>
          <p:nvPr/>
        </p:nvSpPr>
        <p:spPr>
          <a:xfrm>
            <a:off x="1216152" y="1531620"/>
            <a:ext cx="2734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نسبة الإنجاز</a:t>
            </a:r>
            <a:endParaRPr lang="en-US" sz="710" dirty="0"/>
          </a:p>
        </p:txBody>
      </p:sp>
      <p:sp>
        <p:nvSpPr>
          <p:cNvPr id="12" name="Shape 10"/>
          <p:cNvSpPr/>
          <p:nvPr/>
        </p:nvSpPr>
        <p:spPr>
          <a:xfrm>
            <a:off x="3977640" y="1481328"/>
            <a:ext cx="114300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" name="Text 11"/>
          <p:cNvSpPr/>
          <p:nvPr/>
        </p:nvSpPr>
        <p:spPr>
          <a:xfrm>
            <a:off x="4005072" y="1531620"/>
            <a:ext cx="1088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الحالة</a:t>
            </a:r>
            <a:endParaRPr lang="en-US" sz="710" dirty="0"/>
          </a:p>
        </p:txBody>
      </p:sp>
      <p:sp>
        <p:nvSpPr>
          <p:cNvPr id="14" name="Shape 12"/>
          <p:cNvSpPr/>
          <p:nvPr/>
        </p:nvSpPr>
        <p:spPr>
          <a:xfrm>
            <a:off x="5120640" y="1481328"/>
            <a:ext cx="91440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5" name="Text 13"/>
          <p:cNvSpPr/>
          <p:nvPr/>
        </p:nvSpPr>
        <p:spPr>
          <a:xfrm>
            <a:off x="5148072" y="153162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نهاية</a:t>
            </a:r>
            <a:endParaRPr lang="en-US" sz="710" dirty="0"/>
          </a:p>
        </p:txBody>
      </p:sp>
      <p:sp>
        <p:nvSpPr>
          <p:cNvPr id="16" name="Shape 14"/>
          <p:cNvSpPr/>
          <p:nvPr/>
        </p:nvSpPr>
        <p:spPr>
          <a:xfrm>
            <a:off x="6035040" y="1481328"/>
            <a:ext cx="91440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7" name="Text 15"/>
          <p:cNvSpPr/>
          <p:nvPr/>
        </p:nvSpPr>
        <p:spPr>
          <a:xfrm>
            <a:off x="6062472" y="153162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بداية</a:t>
            </a:r>
            <a:endParaRPr lang="en-US" sz="710" dirty="0"/>
          </a:p>
        </p:txBody>
      </p:sp>
      <p:sp>
        <p:nvSpPr>
          <p:cNvPr id="18" name="Shape 16"/>
          <p:cNvSpPr/>
          <p:nvPr/>
        </p:nvSpPr>
        <p:spPr>
          <a:xfrm>
            <a:off x="6949440" y="1481328"/>
            <a:ext cx="91440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9" name="Text 17"/>
          <p:cNvSpPr/>
          <p:nvPr/>
        </p:nvSpPr>
        <p:spPr>
          <a:xfrm>
            <a:off x="6976872" y="153162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المالك</a:t>
            </a:r>
            <a:endParaRPr lang="en-US" sz="710" dirty="0"/>
          </a:p>
        </p:txBody>
      </p:sp>
      <p:sp>
        <p:nvSpPr>
          <p:cNvPr id="20" name="Shape 18"/>
          <p:cNvSpPr/>
          <p:nvPr/>
        </p:nvSpPr>
        <p:spPr>
          <a:xfrm>
            <a:off x="7863840" y="1481328"/>
            <a:ext cx="109728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1" name="Text 19"/>
          <p:cNvSpPr/>
          <p:nvPr/>
        </p:nvSpPr>
        <p:spPr>
          <a:xfrm>
            <a:off x="7891272" y="1531620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النشاط / المخرج</a:t>
            </a:r>
            <a:endParaRPr lang="en-US" sz="710" dirty="0"/>
          </a:p>
        </p:txBody>
      </p:sp>
      <p:sp>
        <p:nvSpPr>
          <p:cNvPr id="22" name="Shape 20"/>
          <p:cNvSpPr/>
          <p:nvPr/>
        </p:nvSpPr>
        <p:spPr>
          <a:xfrm>
            <a:off x="8961120" y="1481328"/>
            <a:ext cx="182880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3" name="Text 21"/>
          <p:cNvSpPr/>
          <p:nvPr/>
        </p:nvSpPr>
        <p:spPr>
          <a:xfrm>
            <a:off x="8988552" y="1531620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10" dirty="0"/>
          </a:p>
        </p:txBody>
      </p:sp>
      <p:sp>
        <p:nvSpPr>
          <p:cNvPr id="24" name="Shape 22"/>
          <p:cNvSpPr/>
          <p:nvPr/>
        </p:nvSpPr>
        <p:spPr>
          <a:xfrm>
            <a:off x="777240" y="1773936"/>
            <a:ext cx="4114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5" name="Text 23"/>
          <p:cNvSpPr/>
          <p:nvPr/>
        </p:nvSpPr>
        <p:spPr>
          <a:xfrm>
            <a:off x="809244" y="181965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26" name="Shape 24"/>
          <p:cNvSpPr/>
          <p:nvPr/>
        </p:nvSpPr>
        <p:spPr>
          <a:xfrm>
            <a:off x="1188720" y="1773936"/>
            <a:ext cx="278892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7" name="Text 25"/>
          <p:cNvSpPr/>
          <p:nvPr/>
        </p:nvSpPr>
        <p:spPr>
          <a:xfrm>
            <a:off x="1220724" y="181965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28" name="Shape 26"/>
          <p:cNvSpPr/>
          <p:nvPr/>
        </p:nvSpPr>
        <p:spPr>
          <a:xfrm>
            <a:off x="3977640" y="1773936"/>
            <a:ext cx="11430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9" name="Text 27"/>
          <p:cNvSpPr/>
          <p:nvPr/>
        </p:nvSpPr>
        <p:spPr>
          <a:xfrm>
            <a:off x="4009644" y="181965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5120640" y="177393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1" name="Text 29"/>
          <p:cNvSpPr/>
          <p:nvPr/>
        </p:nvSpPr>
        <p:spPr>
          <a:xfrm>
            <a:off x="5152644" y="18196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32" name="Shape 30"/>
          <p:cNvSpPr/>
          <p:nvPr/>
        </p:nvSpPr>
        <p:spPr>
          <a:xfrm>
            <a:off x="6035040" y="177393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3" name="Text 31"/>
          <p:cNvSpPr/>
          <p:nvPr/>
        </p:nvSpPr>
        <p:spPr>
          <a:xfrm>
            <a:off x="6067044" y="18196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34" name="Shape 32"/>
          <p:cNvSpPr/>
          <p:nvPr/>
        </p:nvSpPr>
        <p:spPr>
          <a:xfrm>
            <a:off x="6949440" y="177393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5" name="Text 33"/>
          <p:cNvSpPr/>
          <p:nvPr/>
        </p:nvSpPr>
        <p:spPr>
          <a:xfrm>
            <a:off x="6981444" y="18196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36" name="Shape 34"/>
          <p:cNvSpPr/>
          <p:nvPr/>
        </p:nvSpPr>
        <p:spPr>
          <a:xfrm>
            <a:off x="7863840" y="1773936"/>
            <a:ext cx="10972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7" name="Text 35"/>
          <p:cNvSpPr/>
          <p:nvPr/>
        </p:nvSpPr>
        <p:spPr>
          <a:xfrm>
            <a:off x="7895844" y="181965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38" name="Shape 36"/>
          <p:cNvSpPr/>
          <p:nvPr/>
        </p:nvSpPr>
        <p:spPr>
          <a:xfrm>
            <a:off x="8961120" y="1773936"/>
            <a:ext cx="18288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9" name="Text 37"/>
          <p:cNvSpPr/>
          <p:nvPr/>
        </p:nvSpPr>
        <p:spPr>
          <a:xfrm>
            <a:off x="8993124" y="181965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١</a:t>
            </a:r>
            <a:endParaRPr lang="en-US" sz="660" dirty="0"/>
          </a:p>
        </p:txBody>
      </p:sp>
      <p:sp>
        <p:nvSpPr>
          <p:cNvPr id="40" name="Shape 38"/>
          <p:cNvSpPr/>
          <p:nvPr/>
        </p:nvSpPr>
        <p:spPr>
          <a:xfrm>
            <a:off x="777240" y="2185416"/>
            <a:ext cx="4114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1" name="Text 39"/>
          <p:cNvSpPr/>
          <p:nvPr/>
        </p:nvSpPr>
        <p:spPr>
          <a:xfrm>
            <a:off x="809244" y="223113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1188720" y="2185416"/>
            <a:ext cx="278892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3" name="Text 41"/>
          <p:cNvSpPr/>
          <p:nvPr/>
        </p:nvSpPr>
        <p:spPr>
          <a:xfrm>
            <a:off x="1220724" y="223113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44" name="Shape 42"/>
          <p:cNvSpPr/>
          <p:nvPr/>
        </p:nvSpPr>
        <p:spPr>
          <a:xfrm>
            <a:off x="3977640" y="2185416"/>
            <a:ext cx="11430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5" name="Text 43"/>
          <p:cNvSpPr/>
          <p:nvPr/>
        </p:nvSpPr>
        <p:spPr>
          <a:xfrm>
            <a:off x="4009644" y="223113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46" name="Shape 44"/>
          <p:cNvSpPr/>
          <p:nvPr/>
        </p:nvSpPr>
        <p:spPr>
          <a:xfrm>
            <a:off x="5120640" y="218541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7" name="Text 45"/>
          <p:cNvSpPr/>
          <p:nvPr/>
        </p:nvSpPr>
        <p:spPr>
          <a:xfrm>
            <a:off x="5152644" y="22311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48" name="Shape 46"/>
          <p:cNvSpPr/>
          <p:nvPr/>
        </p:nvSpPr>
        <p:spPr>
          <a:xfrm>
            <a:off x="6035040" y="218541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9" name="Text 47"/>
          <p:cNvSpPr/>
          <p:nvPr/>
        </p:nvSpPr>
        <p:spPr>
          <a:xfrm>
            <a:off x="6067044" y="22311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6949440" y="218541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1" name="Text 49"/>
          <p:cNvSpPr/>
          <p:nvPr/>
        </p:nvSpPr>
        <p:spPr>
          <a:xfrm>
            <a:off x="6981444" y="22311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7863840" y="2185416"/>
            <a:ext cx="10972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3" name="Text 51"/>
          <p:cNvSpPr/>
          <p:nvPr/>
        </p:nvSpPr>
        <p:spPr>
          <a:xfrm>
            <a:off x="7895844" y="223113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54" name="Shape 52"/>
          <p:cNvSpPr/>
          <p:nvPr/>
        </p:nvSpPr>
        <p:spPr>
          <a:xfrm>
            <a:off x="8961120" y="2185416"/>
            <a:ext cx="18288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5" name="Text 53"/>
          <p:cNvSpPr/>
          <p:nvPr/>
        </p:nvSpPr>
        <p:spPr>
          <a:xfrm>
            <a:off x="8993124" y="223113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٢</a:t>
            </a:r>
            <a:endParaRPr lang="en-US" sz="660" dirty="0"/>
          </a:p>
        </p:txBody>
      </p:sp>
      <p:sp>
        <p:nvSpPr>
          <p:cNvPr id="56" name="Shape 54"/>
          <p:cNvSpPr/>
          <p:nvPr/>
        </p:nvSpPr>
        <p:spPr>
          <a:xfrm>
            <a:off x="777240" y="2596896"/>
            <a:ext cx="4114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7" name="Text 55"/>
          <p:cNvSpPr/>
          <p:nvPr/>
        </p:nvSpPr>
        <p:spPr>
          <a:xfrm>
            <a:off x="809244" y="264261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58" name="Shape 56"/>
          <p:cNvSpPr/>
          <p:nvPr/>
        </p:nvSpPr>
        <p:spPr>
          <a:xfrm>
            <a:off x="1188720" y="2596896"/>
            <a:ext cx="278892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9" name="Text 57"/>
          <p:cNvSpPr/>
          <p:nvPr/>
        </p:nvSpPr>
        <p:spPr>
          <a:xfrm>
            <a:off x="1220724" y="264261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60" name="Shape 58"/>
          <p:cNvSpPr/>
          <p:nvPr/>
        </p:nvSpPr>
        <p:spPr>
          <a:xfrm>
            <a:off x="3977640" y="2596896"/>
            <a:ext cx="11430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1" name="Text 59"/>
          <p:cNvSpPr/>
          <p:nvPr/>
        </p:nvSpPr>
        <p:spPr>
          <a:xfrm>
            <a:off x="4009644" y="264261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62" name="Shape 60"/>
          <p:cNvSpPr/>
          <p:nvPr/>
        </p:nvSpPr>
        <p:spPr>
          <a:xfrm>
            <a:off x="5120640" y="259689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3" name="Text 61"/>
          <p:cNvSpPr/>
          <p:nvPr/>
        </p:nvSpPr>
        <p:spPr>
          <a:xfrm>
            <a:off x="5152644" y="26426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64" name="Shape 62"/>
          <p:cNvSpPr/>
          <p:nvPr/>
        </p:nvSpPr>
        <p:spPr>
          <a:xfrm>
            <a:off x="6035040" y="259689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5" name="Text 63"/>
          <p:cNvSpPr/>
          <p:nvPr/>
        </p:nvSpPr>
        <p:spPr>
          <a:xfrm>
            <a:off x="6067044" y="26426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66" name="Shape 64"/>
          <p:cNvSpPr/>
          <p:nvPr/>
        </p:nvSpPr>
        <p:spPr>
          <a:xfrm>
            <a:off x="6949440" y="259689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7" name="Text 65"/>
          <p:cNvSpPr/>
          <p:nvPr/>
        </p:nvSpPr>
        <p:spPr>
          <a:xfrm>
            <a:off x="6981444" y="26426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7863840" y="2596896"/>
            <a:ext cx="10972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9" name="Text 67"/>
          <p:cNvSpPr/>
          <p:nvPr/>
        </p:nvSpPr>
        <p:spPr>
          <a:xfrm>
            <a:off x="7895844" y="264261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70" name="Shape 68"/>
          <p:cNvSpPr/>
          <p:nvPr/>
        </p:nvSpPr>
        <p:spPr>
          <a:xfrm>
            <a:off x="8961120" y="2596896"/>
            <a:ext cx="18288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1" name="Text 69"/>
          <p:cNvSpPr/>
          <p:nvPr/>
        </p:nvSpPr>
        <p:spPr>
          <a:xfrm>
            <a:off x="8993124" y="264261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٣</a:t>
            </a:r>
            <a:endParaRPr lang="en-US" sz="660" dirty="0"/>
          </a:p>
        </p:txBody>
      </p:sp>
      <p:sp>
        <p:nvSpPr>
          <p:cNvPr id="72" name="Shape 70"/>
          <p:cNvSpPr/>
          <p:nvPr/>
        </p:nvSpPr>
        <p:spPr>
          <a:xfrm>
            <a:off x="777240" y="3008376"/>
            <a:ext cx="4114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3" name="Text 71"/>
          <p:cNvSpPr/>
          <p:nvPr/>
        </p:nvSpPr>
        <p:spPr>
          <a:xfrm>
            <a:off x="809244" y="305409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74" name="Shape 72"/>
          <p:cNvSpPr/>
          <p:nvPr/>
        </p:nvSpPr>
        <p:spPr>
          <a:xfrm>
            <a:off x="1188720" y="3008376"/>
            <a:ext cx="278892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5" name="Text 73"/>
          <p:cNvSpPr/>
          <p:nvPr/>
        </p:nvSpPr>
        <p:spPr>
          <a:xfrm>
            <a:off x="1220724" y="305409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76" name="Shape 74"/>
          <p:cNvSpPr/>
          <p:nvPr/>
        </p:nvSpPr>
        <p:spPr>
          <a:xfrm>
            <a:off x="3977640" y="3008376"/>
            <a:ext cx="11430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7" name="Text 75"/>
          <p:cNvSpPr/>
          <p:nvPr/>
        </p:nvSpPr>
        <p:spPr>
          <a:xfrm>
            <a:off x="4009644" y="305409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78" name="Shape 76"/>
          <p:cNvSpPr/>
          <p:nvPr/>
        </p:nvSpPr>
        <p:spPr>
          <a:xfrm>
            <a:off x="5120640" y="300837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9" name="Text 77"/>
          <p:cNvSpPr/>
          <p:nvPr/>
        </p:nvSpPr>
        <p:spPr>
          <a:xfrm>
            <a:off x="5152644" y="305409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80" name="Shape 78"/>
          <p:cNvSpPr/>
          <p:nvPr/>
        </p:nvSpPr>
        <p:spPr>
          <a:xfrm>
            <a:off x="6035040" y="300837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1" name="Text 79"/>
          <p:cNvSpPr/>
          <p:nvPr/>
        </p:nvSpPr>
        <p:spPr>
          <a:xfrm>
            <a:off x="6067044" y="305409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82" name="Shape 80"/>
          <p:cNvSpPr/>
          <p:nvPr/>
        </p:nvSpPr>
        <p:spPr>
          <a:xfrm>
            <a:off x="6949440" y="300837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3" name="Text 81"/>
          <p:cNvSpPr/>
          <p:nvPr/>
        </p:nvSpPr>
        <p:spPr>
          <a:xfrm>
            <a:off x="6981444" y="305409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84" name="Shape 82"/>
          <p:cNvSpPr/>
          <p:nvPr/>
        </p:nvSpPr>
        <p:spPr>
          <a:xfrm>
            <a:off x="7863840" y="3008376"/>
            <a:ext cx="10972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5" name="Text 83"/>
          <p:cNvSpPr/>
          <p:nvPr/>
        </p:nvSpPr>
        <p:spPr>
          <a:xfrm>
            <a:off x="7895844" y="305409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8961120" y="3008376"/>
            <a:ext cx="18288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7" name="Text 85"/>
          <p:cNvSpPr/>
          <p:nvPr/>
        </p:nvSpPr>
        <p:spPr>
          <a:xfrm>
            <a:off x="8993124" y="305409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٤</a:t>
            </a:r>
            <a:endParaRPr lang="en-US" sz="660" dirty="0"/>
          </a:p>
        </p:txBody>
      </p:sp>
      <p:sp>
        <p:nvSpPr>
          <p:cNvPr id="88" name="Shape 86"/>
          <p:cNvSpPr/>
          <p:nvPr/>
        </p:nvSpPr>
        <p:spPr>
          <a:xfrm>
            <a:off x="777240" y="3419856"/>
            <a:ext cx="4114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9" name="Text 87"/>
          <p:cNvSpPr/>
          <p:nvPr/>
        </p:nvSpPr>
        <p:spPr>
          <a:xfrm>
            <a:off x="809244" y="346557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90" name="Shape 88"/>
          <p:cNvSpPr/>
          <p:nvPr/>
        </p:nvSpPr>
        <p:spPr>
          <a:xfrm>
            <a:off x="1188720" y="3419856"/>
            <a:ext cx="278892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1" name="Text 89"/>
          <p:cNvSpPr/>
          <p:nvPr/>
        </p:nvSpPr>
        <p:spPr>
          <a:xfrm>
            <a:off x="1220724" y="346557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92" name="Shape 90"/>
          <p:cNvSpPr/>
          <p:nvPr/>
        </p:nvSpPr>
        <p:spPr>
          <a:xfrm>
            <a:off x="3977640" y="3419856"/>
            <a:ext cx="11430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3" name="Text 91"/>
          <p:cNvSpPr/>
          <p:nvPr/>
        </p:nvSpPr>
        <p:spPr>
          <a:xfrm>
            <a:off x="4009644" y="346557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94" name="Shape 92"/>
          <p:cNvSpPr/>
          <p:nvPr/>
        </p:nvSpPr>
        <p:spPr>
          <a:xfrm>
            <a:off x="5120640" y="341985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5" name="Text 93"/>
          <p:cNvSpPr/>
          <p:nvPr/>
        </p:nvSpPr>
        <p:spPr>
          <a:xfrm>
            <a:off x="5152644" y="346557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96" name="Shape 94"/>
          <p:cNvSpPr/>
          <p:nvPr/>
        </p:nvSpPr>
        <p:spPr>
          <a:xfrm>
            <a:off x="6035040" y="341985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7" name="Text 95"/>
          <p:cNvSpPr/>
          <p:nvPr/>
        </p:nvSpPr>
        <p:spPr>
          <a:xfrm>
            <a:off x="6067044" y="346557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98" name="Shape 96"/>
          <p:cNvSpPr/>
          <p:nvPr/>
        </p:nvSpPr>
        <p:spPr>
          <a:xfrm>
            <a:off x="6949440" y="341985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9" name="Text 97"/>
          <p:cNvSpPr/>
          <p:nvPr/>
        </p:nvSpPr>
        <p:spPr>
          <a:xfrm>
            <a:off x="6981444" y="346557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100" name="Shape 98"/>
          <p:cNvSpPr/>
          <p:nvPr/>
        </p:nvSpPr>
        <p:spPr>
          <a:xfrm>
            <a:off x="7863840" y="3419856"/>
            <a:ext cx="10972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1" name="Text 99"/>
          <p:cNvSpPr/>
          <p:nvPr/>
        </p:nvSpPr>
        <p:spPr>
          <a:xfrm>
            <a:off x="7895844" y="346557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102" name="Shape 100"/>
          <p:cNvSpPr/>
          <p:nvPr/>
        </p:nvSpPr>
        <p:spPr>
          <a:xfrm>
            <a:off x="8961120" y="3419856"/>
            <a:ext cx="18288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3" name="Text 101"/>
          <p:cNvSpPr/>
          <p:nvPr/>
        </p:nvSpPr>
        <p:spPr>
          <a:xfrm>
            <a:off x="8993124" y="346557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٥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777240" y="3831336"/>
            <a:ext cx="4114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5" name="Text 103"/>
          <p:cNvSpPr/>
          <p:nvPr/>
        </p:nvSpPr>
        <p:spPr>
          <a:xfrm>
            <a:off x="809244" y="387705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106" name="Shape 104"/>
          <p:cNvSpPr/>
          <p:nvPr/>
        </p:nvSpPr>
        <p:spPr>
          <a:xfrm>
            <a:off x="1188720" y="3831336"/>
            <a:ext cx="278892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7" name="Text 105"/>
          <p:cNvSpPr/>
          <p:nvPr/>
        </p:nvSpPr>
        <p:spPr>
          <a:xfrm>
            <a:off x="1220724" y="387705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108" name="Shape 106"/>
          <p:cNvSpPr/>
          <p:nvPr/>
        </p:nvSpPr>
        <p:spPr>
          <a:xfrm>
            <a:off x="3977640" y="3831336"/>
            <a:ext cx="11430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9" name="Text 107"/>
          <p:cNvSpPr/>
          <p:nvPr/>
        </p:nvSpPr>
        <p:spPr>
          <a:xfrm>
            <a:off x="4009644" y="387705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110" name="Shape 108"/>
          <p:cNvSpPr/>
          <p:nvPr/>
        </p:nvSpPr>
        <p:spPr>
          <a:xfrm>
            <a:off x="5120640" y="383133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1" name="Text 109"/>
          <p:cNvSpPr/>
          <p:nvPr/>
        </p:nvSpPr>
        <p:spPr>
          <a:xfrm>
            <a:off x="5152644" y="38770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12" name="Shape 110"/>
          <p:cNvSpPr/>
          <p:nvPr/>
        </p:nvSpPr>
        <p:spPr>
          <a:xfrm>
            <a:off x="6035040" y="383133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3" name="Text 111"/>
          <p:cNvSpPr/>
          <p:nvPr/>
        </p:nvSpPr>
        <p:spPr>
          <a:xfrm>
            <a:off x="6067044" y="38770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14" name="Shape 112"/>
          <p:cNvSpPr/>
          <p:nvPr/>
        </p:nvSpPr>
        <p:spPr>
          <a:xfrm>
            <a:off x="6949440" y="383133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5" name="Text 113"/>
          <p:cNvSpPr/>
          <p:nvPr/>
        </p:nvSpPr>
        <p:spPr>
          <a:xfrm>
            <a:off x="6981444" y="38770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116" name="Shape 114"/>
          <p:cNvSpPr/>
          <p:nvPr/>
        </p:nvSpPr>
        <p:spPr>
          <a:xfrm>
            <a:off x="7863840" y="3831336"/>
            <a:ext cx="10972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7" name="Text 115"/>
          <p:cNvSpPr/>
          <p:nvPr/>
        </p:nvSpPr>
        <p:spPr>
          <a:xfrm>
            <a:off x="7895844" y="387705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118" name="Shape 116"/>
          <p:cNvSpPr/>
          <p:nvPr/>
        </p:nvSpPr>
        <p:spPr>
          <a:xfrm>
            <a:off x="8961120" y="3831336"/>
            <a:ext cx="18288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9" name="Text 117"/>
          <p:cNvSpPr/>
          <p:nvPr/>
        </p:nvSpPr>
        <p:spPr>
          <a:xfrm>
            <a:off x="8993124" y="387705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٦</a:t>
            </a:r>
            <a:endParaRPr lang="en-US" sz="660" dirty="0"/>
          </a:p>
        </p:txBody>
      </p:sp>
      <p:sp>
        <p:nvSpPr>
          <p:cNvPr id="120" name="Shape 118"/>
          <p:cNvSpPr/>
          <p:nvPr/>
        </p:nvSpPr>
        <p:spPr>
          <a:xfrm>
            <a:off x="777240" y="4242816"/>
            <a:ext cx="4114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1" name="Text 119"/>
          <p:cNvSpPr/>
          <p:nvPr/>
        </p:nvSpPr>
        <p:spPr>
          <a:xfrm>
            <a:off x="809244" y="428853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122" name="Shape 120"/>
          <p:cNvSpPr/>
          <p:nvPr/>
        </p:nvSpPr>
        <p:spPr>
          <a:xfrm>
            <a:off x="1188720" y="4242816"/>
            <a:ext cx="278892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3" name="Text 121"/>
          <p:cNvSpPr/>
          <p:nvPr/>
        </p:nvSpPr>
        <p:spPr>
          <a:xfrm>
            <a:off x="1220724" y="428853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124" name="Shape 122"/>
          <p:cNvSpPr/>
          <p:nvPr/>
        </p:nvSpPr>
        <p:spPr>
          <a:xfrm>
            <a:off x="3977640" y="4242816"/>
            <a:ext cx="11430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5" name="Text 123"/>
          <p:cNvSpPr/>
          <p:nvPr/>
        </p:nvSpPr>
        <p:spPr>
          <a:xfrm>
            <a:off x="4009644" y="428853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126" name="Shape 124"/>
          <p:cNvSpPr/>
          <p:nvPr/>
        </p:nvSpPr>
        <p:spPr>
          <a:xfrm>
            <a:off x="5120640" y="424281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7" name="Text 125"/>
          <p:cNvSpPr/>
          <p:nvPr/>
        </p:nvSpPr>
        <p:spPr>
          <a:xfrm>
            <a:off x="5152644" y="42885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28" name="Shape 126"/>
          <p:cNvSpPr/>
          <p:nvPr/>
        </p:nvSpPr>
        <p:spPr>
          <a:xfrm>
            <a:off x="6035040" y="424281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9" name="Text 127"/>
          <p:cNvSpPr/>
          <p:nvPr/>
        </p:nvSpPr>
        <p:spPr>
          <a:xfrm>
            <a:off x="6067044" y="42885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30" name="Shape 128"/>
          <p:cNvSpPr/>
          <p:nvPr/>
        </p:nvSpPr>
        <p:spPr>
          <a:xfrm>
            <a:off x="6949440" y="424281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1" name="Text 129"/>
          <p:cNvSpPr/>
          <p:nvPr/>
        </p:nvSpPr>
        <p:spPr>
          <a:xfrm>
            <a:off x="6981444" y="42885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132" name="Shape 130"/>
          <p:cNvSpPr/>
          <p:nvPr/>
        </p:nvSpPr>
        <p:spPr>
          <a:xfrm>
            <a:off x="7863840" y="4242816"/>
            <a:ext cx="10972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3" name="Text 131"/>
          <p:cNvSpPr/>
          <p:nvPr/>
        </p:nvSpPr>
        <p:spPr>
          <a:xfrm>
            <a:off x="7895844" y="428853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134" name="Shape 132"/>
          <p:cNvSpPr/>
          <p:nvPr/>
        </p:nvSpPr>
        <p:spPr>
          <a:xfrm>
            <a:off x="8961120" y="4242816"/>
            <a:ext cx="18288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5" name="Text 133"/>
          <p:cNvSpPr/>
          <p:nvPr/>
        </p:nvSpPr>
        <p:spPr>
          <a:xfrm>
            <a:off x="8993124" y="428853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٧</a:t>
            </a:r>
            <a:endParaRPr lang="en-US" sz="660" dirty="0"/>
          </a:p>
        </p:txBody>
      </p:sp>
      <p:sp>
        <p:nvSpPr>
          <p:cNvPr id="136" name="Shape 134"/>
          <p:cNvSpPr/>
          <p:nvPr/>
        </p:nvSpPr>
        <p:spPr>
          <a:xfrm>
            <a:off x="777240" y="4654296"/>
            <a:ext cx="4114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7" name="Text 135"/>
          <p:cNvSpPr/>
          <p:nvPr/>
        </p:nvSpPr>
        <p:spPr>
          <a:xfrm>
            <a:off x="809244" y="470001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138" name="Shape 136"/>
          <p:cNvSpPr/>
          <p:nvPr/>
        </p:nvSpPr>
        <p:spPr>
          <a:xfrm>
            <a:off x="1188720" y="4654296"/>
            <a:ext cx="278892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9" name="Text 137"/>
          <p:cNvSpPr/>
          <p:nvPr/>
        </p:nvSpPr>
        <p:spPr>
          <a:xfrm>
            <a:off x="1220724" y="470001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140" name="Shape 138"/>
          <p:cNvSpPr/>
          <p:nvPr/>
        </p:nvSpPr>
        <p:spPr>
          <a:xfrm>
            <a:off x="3977640" y="4654296"/>
            <a:ext cx="11430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1" name="Text 139"/>
          <p:cNvSpPr/>
          <p:nvPr/>
        </p:nvSpPr>
        <p:spPr>
          <a:xfrm>
            <a:off x="4009644" y="470001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142" name="Shape 140"/>
          <p:cNvSpPr/>
          <p:nvPr/>
        </p:nvSpPr>
        <p:spPr>
          <a:xfrm>
            <a:off x="5120640" y="465429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3" name="Text 141"/>
          <p:cNvSpPr/>
          <p:nvPr/>
        </p:nvSpPr>
        <p:spPr>
          <a:xfrm>
            <a:off x="5152644" y="47000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44" name="Shape 142"/>
          <p:cNvSpPr/>
          <p:nvPr/>
        </p:nvSpPr>
        <p:spPr>
          <a:xfrm>
            <a:off x="6035040" y="465429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5" name="Text 143"/>
          <p:cNvSpPr/>
          <p:nvPr/>
        </p:nvSpPr>
        <p:spPr>
          <a:xfrm>
            <a:off x="6067044" y="47000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46" name="Shape 144"/>
          <p:cNvSpPr/>
          <p:nvPr/>
        </p:nvSpPr>
        <p:spPr>
          <a:xfrm>
            <a:off x="6949440" y="465429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7" name="Text 145"/>
          <p:cNvSpPr/>
          <p:nvPr/>
        </p:nvSpPr>
        <p:spPr>
          <a:xfrm>
            <a:off x="6981444" y="47000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148" name="Shape 146"/>
          <p:cNvSpPr/>
          <p:nvPr/>
        </p:nvSpPr>
        <p:spPr>
          <a:xfrm>
            <a:off x="7863840" y="4654296"/>
            <a:ext cx="10972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9" name="Text 147"/>
          <p:cNvSpPr/>
          <p:nvPr/>
        </p:nvSpPr>
        <p:spPr>
          <a:xfrm>
            <a:off x="7895844" y="470001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150" name="Shape 148"/>
          <p:cNvSpPr/>
          <p:nvPr/>
        </p:nvSpPr>
        <p:spPr>
          <a:xfrm>
            <a:off x="8961120" y="4654296"/>
            <a:ext cx="18288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51" name="Text 149"/>
          <p:cNvSpPr/>
          <p:nvPr/>
        </p:nvSpPr>
        <p:spPr>
          <a:xfrm>
            <a:off x="8993124" y="470001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٨</a:t>
            </a:r>
            <a:endParaRPr lang="en-US" sz="6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المخاطر والقضايا والتصعيد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30936" y="1078992"/>
            <a:ext cx="5230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D64D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المخاطر</a:t>
            </a:r>
            <a:endParaRPr lang="en-US" sz="1010" dirty="0"/>
          </a:p>
        </p:txBody>
      </p:sp>
      <p:sp>
        <p:nvSpPr>
          <p:cNvPr id="7" name="Shape 5"/>
          <p:cNvSpPr/>
          <p:nvPr/>
        </p:nvSpPr>
        <p:spPr>
          <a:xfrm>
            <a:off x="630936" y="1353312"/>
            <a:ext cx="5230368" cy="0"/>
          </a:xfrm>
          <a:prstGeom prst="line">
            <a:avLst/>
          </a:prstGeom>
          <a:noFill/>
          <a:ln w="12700">
            <a:solidFill>
              <a:srgbClr val="D64D3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" name="Shape 6"/>
          <p:cNvSpPr/>
          <p:nvPr/>
        </p:nvSpPr>
        <p:spPr>
          <a:xfrm>
            <a:off x="777240" y="1481328"/>
            <a:ext cx="50292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Text 7"/>
          <p:cNvSpPr/>
          <p:nvPr/>
        </p:nvSpPr>
        <p:spPr>
          <a:xfrm>
            <a:off x="804672" y="1531620"/>
            <a:ext cx="448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المالك</a:t>
            </a:r>
            <a:endParaRPr lang="en-US" sz="710" dirty="0"/>
          </a:p>
        </p:txBody>
      </p:sp>
      <p:sp>
        <p:nvSpPr>
          <p:cNvPr id="10" name="Shape 8"/>
          <p:cNvSpPr/>
          <p:nvPr/>
        </p:nvSpPr>
        <p:spPr>
          <a:xfrm>
            <a:off x="1280160" y="1481328"/>
            <a:ext cx="164592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Text 9"/>
          <p:cNvSpPr/>
          <p:nvPr/>
        </p:nvSpPr>
        <p:spPr>
          <a:xfrm>
            <a:off x="1307592" y="1531620"/>
            <a:ext cx="1591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آخر موعد</a:t>
            </a:r>
            <a:endParaRPr lang="en-US" sz="710" dirty="0"/>
          </a:p>
        </p:txBody>
      </p:sp>
      <p:sp>
        <p:nvSpPr>
          <p:cNvPr id="12" name="Shape 10"/>
          <p:cNvSpPr/>
          <p:nvPr/>
        </p:nvSpPr>
        <p:spPr>
          <a:xfrm>
            <a:off x="2926080" y="1481328"/>
            <a:ext cx="82296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" name="Text 11"/>
          <p:cNvSpPr/>
          <p:nvPr/>
        </p:nvSpPr>
        <p:spPr>
          <a:xfrm>
            <a:off x="2953512" y="1531620"/>
            <a:ext cx="768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التوصية</a:t>
            </a:r>
            <a:endParaRPr lang="en-US" sz="710" dirty="0"/>
          </a:p>
        </p:txBody>
      </p:sp>
      <p:sp>
        <p:nvSpPr>
          <p:cNvPr id="14" name="Shape 12"/>
          <p:cNvSpPr/>
          <p:nvPr/>
        </p:nvSpPr>
        <p:spPr>
          <a:xfrm>
            <a:off x="3749040" y="1481328"/>
            <a:ext cx="123444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5" name="Text 13"/>
          <p:cNvSpPr/>
          <p:nvPr/>
        </p:nvSpPr>
        <p:spPr>
          <a:xfrm>
            <a:off x="3776472" y="1531620"/>
            <a:ext cx="11795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الوصف</a:t>
            </a:r>
            <a:endParaRPr lang="en-US" sz="710" dirty="0"/>
          </a:p>
        </p:txBody>
      </p:sp>
      <p:sp>
        <p:nvSpPr>
          <p:cNvPr id="16" name="Shape 14"/>
          <p:cNvSpPr/>
          <p:nvPr/>
        </p:nvSpPr>
        <p:spPr>
          <a:xfrm>
            <a:off x="4983480" y="1481328"/>
            <a:ext cx="68580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7" name="Text 15"/>
          <p:cNvSpPr/>
          <p:nvPr/>
        </p:nvSpPr>
        <p:spPr>
          <a:xfrm>
            <a:off x="5010912" y="1531620"/>
            <a:ext cx="630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الحالة اللونية</a:t>
            </a:r>
            <a:endParaRPr lang="en-US" sz="710" dirty="0"/>
          </a:p>
        </p:txBody>
      </p:sp>
      <p:sp>
        <p:nvSpPr>
          <p:cNvPr id="18" name="Shape 16"/>
          <p:cNvSpPr/>
          <p:nvPr/>
        </p:nvSpPr>
        <p:spPr>
          <a:xfrm>
            <a:off x="5669280" y="1481328"/>
            <a:ext cx="50292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9" name="Text 17"/>
          <p:cNvSpPr/>
          <p:nvPr/>
        </p:nvSpPr>
        <p:spPr>
          <a:xfrm>
            <a:off x="5696712" y="1531620"/>
            <a:ext cx="448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موعد الإجراء</a:t>
            </a:r>
            <a:endParaRPr lang="en-US" sz="710" dirty="0"/>
          </a:p>
        </p:txBody>
      </p:sp>
      <p:sp>
        <p:nvSpPr>
          <p:cNvPr id="20" name="Shape 18"/>
          <p:cNvSpPr/>
          <p:nvPr/>
        </p:nvSpPr>
        <p:spPr>
          <a:xfrm>
            <a:off x="777240" y="1773936"/>
            <a:ext cx="502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1" name="Text 19"/>
          <p:cNvSpPr/>
          <p:nvPr/>
        </p:nvSpPr>
        <p:spPr>
          <a:xfrm>
            <a:off x="809244" y="1819656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مالك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1280160" y="1773936"/>
            <a:ext cx="1645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3" name="Text 21"/>
          <p:cNvSpPr/>
          <p:nvPr/>
        </p:nvSpPr>
        <p:spPr>
          <a:xfrm>
            <a:off x="1312164" y="1819656"/>
            <a:ext cx="1581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926080" y="1773936"/>
            <a:ext cx="82296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5" name="Text 23"/>
          <p:cNvSpPr/>
          <p:nvPr/>
        </p:nvSpPr>
        <p:spPr>
          <a:xfrm>
            <a:off x="2958084" y="1819656"/>
            <a:ext cx="7589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3749040" y="1773936"/>
            <a:ext cx="12344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7" name="Text 25"/>
          <p:cNvSpPr/>
          <p:nvPr/>
        </p:nvSpPr>
        <p:spPr>
          <a:xfrm>
            <a:off x="3781044" y="1819656"/>
            <a:ext cx="11704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قرار/اعتماد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4983480" y="1773936"/>
            <a:ext cx="6858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9" name="Text 27"/>
          <p:cNvSpPr/>
          <p:nvPr/>
        </p:nvSpPr>
        <p:spPr>
          <a:xfrm>
            <a:off x="5015484" y="1819656"/>
            <a:ext cx="6217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5669280" y="1773936"/>
            <a:ext cx="502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1" name="Text 29"/>
          <p:cNvSpPr/>
          <p:nvPr/>
        </p:nvSpPr>
        <p:spPr>
          <a:xfrm>
            <a:off x="5701284" y="1819656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777240" y="2157984"/>
            <a:ext cx="5029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3" name="Text 31"/>
          <p:cNvSpPr/>
          <p:nvPr/>
        </p:nvSpPr>
        <p:spPr>
          <a:xfrm>
            <a:off x="809244" y="2203704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مالك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1280160" y="2157984"/>
            <a:ext cx="16459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5" name="Text 33"/>
          <p:cNvSpPr/>
          <p:nvPr/>
        </p:nvSpPr>
        <p:spPr>
          <a:xfrm>
            <a:off x="1312164" y="2203704"/>
            <a:ext cx="1581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2926080" y="2157984"/>
            <a:ext cx="82296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7" name="Text 35"/>
          <p:cNvSpPr/>
          <p:nvPr/>
        </p:nvSpPr>
        <p:spPr>
          <a:xfrm>
            <a:off x="2958084" y="2203704"/>
            <a:ext cx="7589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3749040" y="2157984"/>
            <a:ext cx="123444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9" name="Text 37"/>
          <p:cNvSpPr/>
          <p:nvPr/>
        </p:nvSpPr>
        <p:spPr>
          <a:xfrm>
            <a:off x="3781044" y="2203704"/>
            <a:ext cx="11704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قرار/اعتماد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4983480" y="2157984"/>
            <a:ext cx="68580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1" name="Text 39"/>
          <p:cNvSpPr/>
          <p:nvPr/>
        </p:nvSpPr>
        <p:spPr>
          <a:xfrm>
            <a:off x="5015484" y="2203704"/>
            <a:ext cx="6217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أص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5669280" y="2157984"/>
            <a:ext cx="5029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3" name="Text 41"/>
          <p:cNvSpPr/>
          <p:nvPr/>
        </p:nvSpPr>
        <p:spPr>
          <a:xfrm>
            <a:off x="5701284" y="2203704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777240" y="2542032"/>
            <a:ext cx="502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5" name="Text 43"/>
          <p:cNvSpPr/>
          <p:nvPr/>
        </p:nvSpPr>
        <p:spPr>
          <a:xfrm>
            <a:off x="809244" y="2587752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مالك</a:t>
            </a:r>
            <a:endParaRPr lang="en-US" sz="650" dirty="0"/>
          </a:p>
        </p:txBody>
      </p:sp>
      <p:sp>
        <p:nvSpPr>
          <p:cNvPr id="46" name="Shape 44"/>
          <p:cNvSpPr/>
          <p:nvPr/>
        </p:nvSpPr>
        <p:spPr>
          <a:xfrm>
            <a:off x="1280160" y="2542032"/>
            <a:ext cx="1645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7" name="Text 45"/>
          <p:cNvSpPr/>
          <p:nvPr/>
        </p:nvSpPr>
        <p:spPr>
          <a:xfrm>
            <a:off x="1312164" y="2587752"/>
            <a:ext cx="1581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2926080" y="2542032"/>
            <a:ext cx="82296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9" name="Text 47"/>
          <p:cNvSpPr/>
          <p:nvPr/>
        </p:nvSpPr>
        <p:spPr>
          <a:xfrm>
            <a:off x="2958084" y="2587752"/>
            <a:ext cx="7589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650" dirty="0"/>
          </a:p>
        </p:txBody>
      </p:sp>
      <p:sp>
        <p:nvSpPr>
          <p:cNvPr id="50" name="Shape 48"/>
          <p:cNvSpPr/>
          <p:nvPr/>
        </p:nvSpPr>
        <p:spPr>
          <a:xfrm>
            <a:off x="3749040" y="2542032"/>
            <a:ext cx="12344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1" name="Text 49"/>
          <p:cNvSpPr/>
          <p:nvPr/>
        </p:nvSpPr>
        <p:spPr>
          <a:xfrm>
            <a:off x="3781044" y="2587752"/>
            <a:ext cx="11704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قرار/اعتماد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4983480" y="2542032"/>
            <a:ext cx="6858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3" name="Text 51"/>
          <p:cNvSpPr/>
          <p:nvPr/>
        </p:nvSpPr>
        <p:spPr>
          <a:xfrm>
            <a:off x="5015484" y="2587752"/>
            <a:ext cx="6217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5669280" y="2542032"/>
            <a:ext cx="502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5" name="Text 53"/>
          <p:cNvSpPr/>
          <p:nvPr/>
        </p:nvSpPr>
        <p:spPr>
          <a:xfrm>
            <a:off x="5701284" y="2587752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6391656" y="1078992"/>
            <a:ext cx="5184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ar-SA" sz="101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</a:t>
            </a:r>
            <a:r>
              <a:rPr lang="en-US" sz="1010" b="1" dirty="0" err="1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قرارات</a:t>
            </a:r>
            <a:endParaRPr lang="en-US" sz="1010" dirty="0"/>
          </a:p>
        </p:txBody>
      </p:sp>
      <p:sp>
        <p:nvSpPr>
          <p:cNvPr id="57" name="Shape 55"/>
          <p:cNvSpPr/>
          <p:nvPr/>
        </p:nvSpPr>
        <p:spPr>
          <a:xfrm>
            <a:off x="6391656" y="1353312"/>
            <a:ext cx="5184648" cy="0"/>
          </a:xfrm>
          <a:prstGeom prst="line">
            <a:avLst/>
          </a:prstGeom>
          <a:noFill/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8" name="Shape 56"/>
          <p:cNvSpPr/>
          <p:nvPr/>
        </p:nvSpPr>
        <p:spPr>
          <a:xfrm>
            <a:off x="6537960" y="1481328"/>
            <a:ext cx="169164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9" name="Text 57"/>
          <p:cNvSpPr/>
          <p:nvPr/>
        </p:nvSpPr>
        <p:spPr>
          <a:xfrm>
            <a:off x="6565392" y="153162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الإجراء</a:t>
            </a:r>
            <a:endParaRPr lang="en-US" sz="710" dirty="0"/>
          </a:p>
        </p:txBody>
      </p:sp>
      <p:sp>
        <p:nvSpPr>
          <p:cNvPr id="60" name="Shape 58"/>
          <p:cNvSpPr/>
          <p:nvPr/>
        </p:nvSpPr>
        <p:spPr>
          <a:xfrm>
            <a:off x="8229600" y="1481328"/>
            <a:ext cx="160020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1" name="Text 59"/>
          <p:cNvSpPr/>
          <p:nvPr/>
        </p:nvSpPr>
        <p:spPr>
          <a:xfrm>
            <a:off x="8257032" y="1531620"/>
            <a:ext cx="1545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الأثر</a:t>
            </a:r>
            <a:endParaRPr lang="en-US" sz="710" dirty="0"/>
          </a:p>
        </p:txBody>
      </p:sp>
      <p:sp>
        <p:nvSpPr>
          <p:cNvPr id="62" name="Shape 60"/>
          <p:cNvSpPr/>
          <p:nvPr/>
        </p:nvSpPr>
        <p:spPr>
          <a:xfrm>
            <a:off x="9829800" y="1481328"/>
            <a:ext cx="105156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3" name="Text 61"/>
          <p:cNvSpPr/>
          <p:nvPr/>
        </p:nvSpPr>
        <p:spPr>
          <a:xfrm>
            <a:off x="9857232" y="1531620"/>
            <a:ext cx="996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الوصف</a:t>
            </a:r>
            <a:endParaRPr lang="en-US" sz="710" dirty="0"/>
          </a:p>
        </p:txBody>
      </p:sp>
      <p:sp>
        <p:nvSpPr>
          <p:cNvPr id="64" name="Shape 62"/>
          <p:cNvSpPr/>
          <p:nvPr/>
        </p:nvSpPr>
        <p:spPr>
          <a:xfrm>
            <a:off x="10881360" y="1481328"/>
            <a:ext cx="86868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5" name="Text 63"/>
          <p:cNvSpPr/>
          <p:nvPr/>
        </p:nvSpPr>
        <p:spPr>
          <a:xfrm>
            <a:off x="10908792" y="1531620"/>
            <a:ext cx="8138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الرمز</a:t>
            </a:r>
            <a:endParaRPr lang="en-US" sz="710" dirty="0"/>
          </a:p>
        </p:txBody>
      </p:sp>
      <p:sp>
        <p:nvSpPr>
          <p:cNvPr id="66" name="Shape 64"/>
          <p:cNvSpPr/>
          <p:nvPr/>
        </p:nvSpPr>
        <p:spPr>
          <a:xfrm>
            <a:off x="6537960" y="1773936"/>
            <a:ext cx="16916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7" name="Text 65"/>
          <p:cNvSpPr/>
          <p:nvPr/>
        </p:nvSpPr>
        <p:spPr>
          <a:xfrm>
            <a:off x="6569964" y="1819656"/>
            <a:ext cx="16276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8229600" y="1773936"/>
            <a:ext cx="16002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9" name="Text 67"/>
          <p:cNvSpPr/>
          <p:nvPr/>
        </p:nvSpPr>
        <p:spPr>
          <a:xfrm>
            <a:off x="8261604" y="1819656"/>
            <a:ext cx="15361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أثر</a:t>
            </a:r>
            <a:endParaRPr lang="en-US" sz="650" dirty="0"/>
          </a:p>
        </p:txBody>
      </p:sp>
      <p:sp>
        <p:nvSpPr>
          <p:cNvPr id="70" name="Shape 68"/>
          <p:cNvSpPr/>
          <p:nvPr/>
        </p:nvSpPr>
        <p:spPr>
          <a:xfrm>
            <a:off x="9829800" y="1773936"/>
            <a:ext cx="105156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1" name="Text 69"/>
          <p:cNvSpPr/>
          <p:nvPr/>
        </p:nvSpPr>
        <p:spPr>
          <a:xfrm>
            <a:off x="9861804" y="1819656"/>
            <a:ext cx="9875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وصف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10881360" y="1773936"/>
            <a:ext cx="86868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3" name="Text 71"/>
          <p:cNvSpPr/>
          <p:nvPr/>
        </p:nvSpPr>
        <p:spPr>
          <a:xfrm>
            <a:off x="10913364" y="1819656"/>
            <a:ext cx="8046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خطر/قضية-١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6537960" y="2157984"/>
            <a:ext cx="169164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5" name="Text 73"/>
          <p:cNvSpPr/>
          <p:nvPr/>
        </p:nvSpPr>
        <p:spPr>
          <a:xfrm>
            <a:off x="6569964" y="2203704"/>
            <a:ext cx="16276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8229600" y="2157984"/>
            <a:ext cx="160020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7" name="Text 75"/>
          <p:cNvSpPr/>
          <p:nvPr/>
        </p:nvSpPr>
        <p:spPr>
          <a:xfrm>
            <a:off x="8261604" y="2203704"/>
            <a:ext cx="15361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أثر</a:t>
            </a:r>
            <a:endParaRPr lang="en-US" sz="650" dirty="0"/>
          </a:p>
        </p:txBody>
      </p:sp>
      <p:sp>
        <p:nvSpPr>
          <p:cNvPr id="78" name="Shape 76"/>
          <p:cNvSpPr/>
          <p:nvPr/>
        </p:nvSpPr>
        <p:spPr>
          <a:xfrm>
            <a:off x="9829800" y="2157984"/>
            <a:ext cx="105156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9" name="Text 77"/>
          <p:cNvSpPr/>
          <p:nvPr/>
        </p:nvSpPr>
        <p:spPr>
          <a:xfrm>
            <a:off x="9861804" y="2203704"/>
            <a:ext cx="9875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وصف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10881360" y="2157984"/>
            <a:ext cx="86868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1" name="Text 79"/>
          <p:cNvSpPr/>
          <p:nvPr/>
        </p:nvSpPr>
        <p:spPr>
          <a:xfrm>
            <a:off x="10913364" y="2203704"/>
            <a:ext cx="8046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خطر/قضية-٢</a:t>
            </a:r>
            <a:endParaRPr lang="en-US" sz="650" dirty="0"/>
          </a:p>
        </p:txBody>
      </p:sp>
      <p:sp>
        <p:nvSpPr>
          <p:cNvPr id="82" name="Shape 80"/>
          <p:cNvSpPr/>
          <p:nvPr/>
        </p:nvSpPr>
        <p:spPr>
          <a:xfrm>
            <a:off x="6537960" y="2542032"/>
            <a:ext cx="16916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3" name="Text 81"/>
          <p:cNvSpPr/>
          <p:nvPr/>
        </p:nvSpPr>
        <p:spPr>
          <a:xfrm>
            <a:off x="6569964" y="2587752"/>
            <a:ext cx="16276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8229600" y="2542032"/>
            <a:ext cx="16002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5" name="Text 83"/>
          <p:cNvSpPr/>
          <p:nvPr/>
        </p:nvSpPr>
        <p:spPr>
          <a:xfrm>
            <a:off x="8261604" y="2587752"/>
            <a:ext cx="15361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أثر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9829800" y="2542032"/>
            <a:ext cx="105156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7" name="Text 85"/>
          <p:cNvSpPr/>
          <p:nvPr/>
        </p:nvSpPr>
        <p:spPr>
          <a:xfrm>
            <a:off x="9861804" y="2587752"/>
            <a:ext cx="9875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وصف</a:t>
            </a:r>
            <a:endParaRPr lang="en-US" sz="650" dirty="0"/>
          </a:p>
        </p:txBody>
      </p:sp>
      <p:sp>
        <p:nvSpPr>
          <p:cNvPr id="88" name="Shape 86"/>
          <p:cNvSpPr/>
          <p:nvPr/>
        </p:nvSpPr>
        <p:spPr>
          <a:xfrm>
            <a:off x="10881360" y="2542032"/>
            <a:ext cx="86868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9" name="Text 87"/>
          <p:cNvSpPr/>
          <p:nvPr/>
        </p:nvSpPr>
        <p:spPr>
          <a:xfrm>
            <a:off x="10913364" y="2587752"/>
            <a:ext cx="8046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خطر/قضية-٣</a:t>
            </a:r>
            <a:endParaRPr lang="en-US" sz="650" dirty="0"/>
          </a:p>
        </p:txBody>
      </p:sp>
      <p:sp>
        <p:nvSpPr>
          <p:cNvPr id="90" name="Text 88"/>
          <p:cNvSpPr/>
          <p:nvPr/>
        </p:nvSpPr>
        <p:spPr>
          <a:xfrm>
            <a:off x="630936" y="3867912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ar-SA" sz="101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</a:t>
            </a:r>
            <a:r>
              <a:rPr lang="en-US" sz="101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</a:t>
            </a:r>
            <a:endParaRPr lang="en-US" sz="1010" dirty="0"/>
          </a:p>
        </p:txBody>
      </p:sp>
      <p:sp>
        <p:nvSpPr>
          <p:cNvPr id="91" name="Shape 89"/>
          <p:cNvSpPr/>
          <p:nvPr/>
        </p:nvSpPr>
        <p:spPr>
          <a:xfrm>
            <a:off x="630936" y="4142232"/>
            <a:ext cx="10945368" cy="0"/>
          </a:xfrm>
          <a:prstGeom prst="line">
            <a:avLst/>
          </a:prstGeom>
          <a:noFill/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2" name="Text 90"/>
          <p:cNvSpPr/>
          <p:nvPr/>
        </p:nvSpPr>
        <p:spPr>
          <a:xfrm>
            <a:off x="868680" y="4279392"/>
            <a:ext cx="1014984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ملاحظة ١</a:t>
            </a:r>
            <a:endParaRPr lang="en-US" sz="900" dirty="0"/>
          </a:p>
          <a:p>
            <a:pPr marL="0" indent="0" algn="r" rtl="1">
              <a:buNone/>
            </a:pPr>
            <a:r>
              <a:rPr lang="en-US" sz="9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ملاحظة ٢</a:t>
            </a:r>
            <a:endParaRPr lang="en-US" sz="900" dirty="0"/>
          </a:p>
          <a:p>
            <a:pPr marL="0" indent="0" algn="r" rtl="1">
              <a:buNone/>
            </a:pPr>
            <a:r>
              <a:rPr lang="en-US" sz="9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أي تأثير على التقرير اليومي الشامل أو على مسارات أخرى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السلامة والجودة والجاهزية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30936" y="1078992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D64D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سلامة المسار</a:t>
            </a:r>
            <a:endParaRPr lang="en-US" sz="1010" dirty="0"/>
          </a:p>
        </p:txBody>
      </p:sp>
      <p:sp>
        <p:nvSpPr>
          <p:cNvPr id="7" name="Shape 5"/>
          <p:cNvSpPr/>
          <p:nvPr/>
        </p:nvSpPr>
        <p:spPr>
          <a:xfrm>
            <a:off x="630936" y="1353312"/>
            <a:ext cx="10945368" cy="0"/>
          </a:xfrm>
          <a:prstGeom prst="line">
            <a:avLst/>
          </a:prstGeom>
          <a:noFill/>
          <a:ln w="12700">
            <a:solidFill>
              <a:srgbClr val="D64D3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" name="Shape 6"/>
          <p:cNvSpPr/>
          <p:nvPr/>
        </p:nvSpPr>
        <p:spPr>
          <a:xfrm>
            <a:off x="777240" y="1481328"/>
            <a:ext cx="132588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Text 7"/>
          <p:cNvSpPr/>
          <p:nvPr/>
        </p:nvSpPr>
        <p:spPr>
          <a:xfrm>
            <a:off x="804672" y="1531620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</a:t>
            </a:r>
            <a:endParaRPr lang="en-US" sz="710" dirty="0"/>
          </a:p>
        </p:txBody>
      </p:sp>
      <p:sp>
        <p:nvSpPr>
          <p:cNvPr id="10" name="Shape 8"/>
          <p:cNvSpPr/>
          <p:nvPr/>
        </p:nvSpPr>
        <p:spPr>
          <a:xfrm>
            <a:off x="2103120" y="1481328"/>
            <a:ext cx="123444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Text 9"/>
          <p:cNvSpPr/>
          <p:nvPr/>
        </p:nvSpPr>
        <p:spPr>
          <a:xfrm>
            <a:off x="2130552" y="1531620"/>
            <a:ext cx="11795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إجراءات فورية</a:t>
            </a:r>
            <a:endParaRPr lang="en-US" sz="710" dirty="0"/>
          </a:p>
        </p:txBody>
      </p:sp>
      <p:sp>
        <p:nvSpPr>
          <p:cNvPr id="12" name="Shape 10"/>
          <p:cNvSpPr/>
          <p:nvPr/>
        </p:nvSpPr>
        <p:spPr>
          <a:xfrm>
            <a:off x="3337560" y="1481328"/>
            <a:ext cx="109728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" name="Text 11"/>
          <p:cNvSpPr/>
          <p:nvPr/>
        </p:nvSpPr>
        <p:spPr>
          <a:xfrm>
            <a:off x="3364992" y="1531620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إيقافات سلامة</a:t>
            </a:r>
            <a:endParaRPr lang="en-US" sz="710" dirty="0"/>
          </a:p>
        </p:txBody>
      </p:sp>
      <p:sp>
        <p:nvSpPr>
          <p:cNvPr id="14" name="Shape 12"/>
          <p:cNvSpPr/>
          <p:nvPr/>
        </p:nvSpPr>
        <p:spPr>
          <a:xfrm>
            <a:off x="4434840" y="1481328"/>
            <a:ext cx="132588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5" name="Text 13"/>
          <p:cNvSpPr/>
          <p:nvPr/>
        </p:nvSpPr>
        <p:spPr>
          <a:xfrm>
            <a:off x="4462272" y="1531620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حوادث</a:t>
            </a:r>
            <a:endParaRPr lang="en-US" sz="710" dirty="0"/>
          </a:p>
        </p:txBody>
      </p:sp>
      <p:sp>
        <p:nvSpPr>
          <p:cNvPr id="16" name="Shape 14"/>
          <p:cNvSpPr/>
          <p:nvPr/>
        </p:nvSpPr>
        <p:spPr>
          <a:xfrm>
            <a:off x="5760720" y="1481328"/>
            <a:ext cx="242316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7" name="Text 15"/>
          <p:cNvSpPr/>
          <p:nvPr/>
        </p:nvSpPr>
        <p:spPr>
          <a:xfrm>
            <a:off x="5788152" y="1531620"/>
            <a:ext cx="23682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شبه حادث</a:t>
            </a:r>
            <a:endParaRPr lang="en-US" sz="710" dirty="0"/>
          </a:p>
        </p:txBody>
      </p:sp>
      <p:sp>
        <p:nvSpPr>
          <p:cNvPr id="18" name="Shape 16"/>
          <p:cNvSpPr/>
          <p:nvPr/>
        </p:nvSpPr>
        <p:spPr>
          <a:xfrm>
            <a:off x="8183880" y="1481328"/>
            <a:ext cx="260604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9" name="Text 17"/>
          <p:cNvSpPr/>
          <p:nvPr/>
        </p:nvSpPr>
        <p:spPr>
          <a:xfrm>
            <a:off x="8211312" y="1531620"/>
            <a:ext cx="2551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ساعات العمل</a:t>
            </a:r>
            <a:endParaRPr lang="en-US" sz="710" dirty="0"/>
          </a:p>
        </p:txBody>
      </p:sp>
      <p:sp>
        <p:nvSpPr>
          <p:cNvPr id="20" name="Shape 18"/>
          <p:cNvSpPr/>
          <p:nvPr/>
        </p:nvSpPr>
        <p:spPr>
          <a:xfrm>
            <a:off x="777240" y="1773936"/>
            <a:ext cx="132588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1" name="Text 19"/>
          <p:cNvSpPr/>
          <p:nvPr/>
        </p:nvSpPr>
        <p:spPr>
          <a:xfrm>
            <a:off x="809244" y="1819656"/>
            <a:ext cx="12618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2103120" y="1773936"/>
            <a:ext cx="123444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3" name="Text 21"/>
          <p:cNvSpPr/>
          <p:nvPr/>
        </p:nvSpPr>
        <p:spPr>
          <a:xfrm>
            <a:off x="2135124" y="1819656"/>
            <a:ext cx="11704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إجراء/مالك/وقت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337560" y="1773936"/>
            <a:ext cx="109728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5" name="Text 23"/>
          <p:cNvSpPr/>
          <p:nvPr/>
        </p:nvSpPr>
        <p:spPr>
          <a:xfrm>
            <a:off x="3369564" y="1819656"/>
            <a:ext cx="10332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434840" y="1773936"/>
            <a:ext cx="132588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7" name="Text 25"/>
          <p:cNvSpPr/>
          <p:nvPr/>
        </p:nvSpPr>
        <p:spPr>
          <a:xfrm>
            <a:off x="4466844" y="1819656"/>
            <a:ext cx="12618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760720" y="1773936"/>
            <a:ext cx="242316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9" name="Text 27"/>
          <p:cNvSpPr/>
          <p:nvPr/>
        </p:nvSpPr>
        <p:spPr>
          <a:xfrm>
            <a:off x="5792724" y="1819656"/>
            <a:ext cx="2359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8183880" y="1773936"/>
            <a:ext cx="260604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1" name="Text 29"/>
          <p:cNvSpPr/>
          <p:nvPr/>
        </p:nvSpPr>
        <p:spPr>
          <a:xfrm>
            <a:off x="8215884" y="1819656"/>
            <a:ext cx="25420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٠٠٠٠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777240" y="2167128"/>
            <a:ext cx="132588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3" name="Text 31"/>
          <p:cNvSpPr/>
          <p:nvPr/>
        </p:nvSpPr>
        <p:spPr>
          <a:xfrm>
            <a:off x="809244" y="2212848"/>
            <a:ext cx="12618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103120" y="2167128"/>
            <a:ext cx="123444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5" name="Text 33"/>
          <p:cNvSpPr/>
          <p:nvPr/>
        </p:nvSpPr>
        <p:spPr>
          <a:xfrm>
            <a:off x="2135124" y="2212848"/>
            <a:ext cx="11704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إجراء/مالك/وقت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3337560" y="2167128"/>
            <a:ext cx="109728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7" name="Text 35"/>
          <p:cNvSpPr/>
          <p:nvPr/>
        </p:nvSpPr>
        <p:spPr>
          <a:xfrm>
            <a:off x="3369564" y="2212848"/>
            <a:ext cx="10332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434840" y="2167128"/>
            <a:ext cx="132588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9" name="Text 37"/>
          <p:cNvSpPr/>
          <p:nvPr/>
        </p:nvSpPr>
        <p:spPr>
          <a:xfrm>
            <a:off x="4466844" y="2212848"/>
            <a:ext cx="12618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5760720" y="2167128"/>
            <a:ext cx="242316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1" name="Text 39"/>
          <p:cNvSpPr/>
          <p:nvPr/>
        </p:nvSpPr>
        <p:spPr>
          <a:xfrm>
            <a:off x="5792724" y="2212848"/>
            <a:ext cx="2359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8183880" y="2167128"/>
            <a:ext cx="260604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3" name="Text 41"/>
          <p:cNvSpPr/>
          <p:nvPr/>
        </p:nvSpPr>
        <p:spPr>
          <a:xfrm>
            <a:off x="8215884" y="2212848"/>
            <a:ext cx="25420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٠٠٠٠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30936" y="3566160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جودة وجاهزية المسار</a:t>
            </a:r>
            <a:endParaRPr lang="en-US" sz="1010" dirty="0"/>
          </a:p>
        </p:txBody>
      </p:sp>
      <p:sp>
        <p:nvSpPr>
          <p:cNvPr id="45" name="Shape 43"/>
          <p:cNvSpPr/>
          <p:nvPr/>
        </p:nvSpPr>
        <p:spPr>
          <a:xfrm>
            <a:off x="630936" y="3840480"/>
            <a:ext cx="10945368" cy="0"/>
          </a:xfrm>
          <a:prstGeom prst="line">
            <a:avLst/>
          </a:prstGeom>
          <a:noFill/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6" name="Shape 44"/>
          <p:cNvSpPr/>
          <p:nvPr/>
        </p:nvSpPr>
        <p:spPr>
          <a:xfrm>
            <a:off x="777240" y="3968496"/>
            <a:ext cx="214884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7" name="Text 45"/>
          <p:cNvSpPr/>
          <p:nvPr/>
        </p:nvSpPr>
        <p:spPr>
          <a:xfrm>
            <a:off x="804672" y="4018788"/>
            <a:ext cx="2093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 الغد</a:t>
            </a:r>
            <a:endParaRPr lang="en-US" sz="710" dirty="0"/>
          </a:p>
        </p:txBody>
      </p:sp>
      <p:sp>
        <p:nvSpPr>
          <p:cNvPr id="48" name="Shape 46"/>
          <p:cNvSpPr/>
          <p:nvPr/>
        </p:nvSpPr>
        <p:spPr>
          <a:xfrm>
            <a:off x="2926080" y="3968496"/>
            <a:ext cx="260604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9" name="Text 47"/>
          <p:cNvSpPr/>
          <p:nvPr/>
        </p:nvSpPr>
        <p:spPr>
          <a:xfrm>
            <a:off x="2953512" y="4018788"/>
            <a:ext cx="2551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 عدم المطابقة مقفلة</a:t>
            </a:r>
            <a:endParaRPr lang="en-US" sz="710" dirty="0"/>
          </a:p>
        </p:txBody>
      </p:sp>
      <p:sp>
        <p:nvSpPr>
          <p:cNvPr id="50" name="Shape 48"/>
          <p:cNvSpPr/>
          <p:nvPr/>
        </p:nvSpPr>
        <p:spPr>
          <a:xfrm>
            <a:off x="5532120" y="3968496"/>
            <a:ext cx="128016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1" name="Text 49"/>
          <p:cNvSpPr/>
          <p:nvPr/>
        </p:nvSpPr>
        <p:spPr>
          <a:xfrm>
            <a:off x="5559552" y="4018788"/>
            <a:ext cx="12252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 عدم المطابقة مفتوحة</a:t>
            </a:r>
            <a:endParaRPr lang="en-US" sz="710" dirty="0"/>
          </a:p>
        </p:txBody>
      </p:sp>
      <p:sp>
        <p:nvSpPr>
          <p:cNvPr id="52" name="Shape 50"/>
          <p:cNvSpPr/>
          <p:nvPr/>
        </p:nvSpPr>
        <p:spPr>
          <a:xfrm>
            <a:off x="6812280" y="3968496"/>
            <a:ext cx="128016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3" name="Text 51"/>
          <p:cNvSpPr/>
          <p:nvPr/>
        </p:nvSpPr>
        <p:spPr>
          <a:xfrm>
            <a:off x="6839712" y="4018788"/>
            <a:ext cx="12252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 جودة</a:t>
            </a:r>
            <a:endParaRPr lang="en-US" sz="710" dirty="0"/>
          </a:p>
        </p:txBody>
      </p:sp>
      <p:sp>
        <p:nvSpPr>
          <p:cNvPr id="54" name="Shape 52"/>
          <p:cNvSpPr/>
          <p:nvPr/>
        </p:nvSpPr>
        <p:spPr>
          <a:xfrm>
            <a:off x="8092440" y="3968496"/>
            <a:ext cx="2697480" cy="292608"/>
          </a:xfrm>
          <a:prstGeom prst="rect">
            <a:avLst/>
          </a:prstGeom>
          <a:solidFill>
            <a:srgbClr val="08283B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5" name="Text 53"/>
          <p:cNvSpPr/>
          <p:nvPr/>
        </p:nvSpPr>
        <p:spPr>
          <a:xfrm>
            <a:off x="8119872" y="4018788"/>
            <a:ext cx="2642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تفتيشات اليوم</a:t>
            </a:r>
            <a:endParaRPr lang="en-US" sz="710" dirty="0"/>
          </a:p>
        </p:txBody>
      </p:sp>
      <p:sp>
        <p:nvSpPr>
          <p:cNvPr id="56" name="Shape 54"/>
          <p:cNvSpPr/>
          <p:nvPr/>
        </p:nvSpPr>
        <p:spPr>
          <a:xfrm>
            <a:off x="777240" y="4261104"/>
            <a:ext cx="214884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7" name="Text 55"/>
          <p:cNvSpPr/>
          <p:nvPr/>
        </p:nvSpPr>
        <p:spPr>
          <a:xfrm>
            <a:off x="809244" y="4306824"/>
            <a:ext cx="20848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2926080" y="4261104"/>
            <a:ext cx="260604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9" name="Text 57"/>
          <p:cNvSpPr/>
          <p:nvPr/>
        </p:nvSpPr>
        <p:spPr>
          <a:xfrm>
            <a:off x="2958084" y="4306824"/>
            <a:ext cx="25420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5532120" y="4261104"/>
            <a:ext cx="128016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1" name="Text 59"/>
          <p:cNvSpPr/>
          <p:nvPr/>
        </p:nvSpPr>
        <p:spPr>
          <a:xfrm>
            <a:off x="5564124" y="4306824"/>
            <a:ext cx="1216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6812280" y="4261104"/>
            <a:ext cx="128016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3" name="Text 61"/>
          <p:cNvSpPr/>
          <p:nvPr/>
        </p:nvSpPr>
        <p:spPr>
          <a:xfrm>
            <a:off x="6844284" y="4306824"/>
            <a:ext cx="1216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ملاحظة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8092440" y="4261104"/>
            <a:ext cx="269748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5" name="Text 63"/>
          <p:cNvSpPr/>
          <p:nvPr/>
        </p:nvSpPr>
        <p:spPr>
          <a:xfrm>
            <a:off x="8124444" y="4306824"/>
            <a:ext cx="26334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عدد/موقع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777240" y="4654296"/>
            <a:ext cx="214884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7" name="Text 65"/>
          <p:cNvSpPr/>
          <p:nvPr/>
        </p:nvSpPr>
        <p:spPr>
          <a:xfrm>
            <a:off x="809244" y="4700016"/>
            <a:ext cx="20848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2926080" y="4654296"/>
            <a:ext cx="260604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9" name="Text 67"/>
          <p:cNvSpPr/>
          <p:nvPr/>
        </p:nvSpPr>
        <p:spPr>
          <a:xfrm>
            <a:off x="2958084" y="4700016"/>
            <a:ext cx="25420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5532120" y="4654296"/>
            <a:ext cx="128016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1" name="Text 69"/>
          <p:cNvSpPr/>
          <p:nvPr/>
        </p:nvSpPr>
        <p:spPr>
          <a:xfrm>
            <a:off x="5564124" y="4700016"/>
            <a:ext cx="1216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6812280" y="4654296"/>
            <a:ext cx="128016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3" name="Text 71"/>
          <p:cNvSpPr/>
          <p:nvPr/>
        </p:nvSpPr>
        <p:spPr>
          <a:xfrm>
            <a:off x="6844284" y="4700016"/>
            <a:ext cx="1216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ملاحظة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8092440" y="4654296"/>
            <a:ext cx="269748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5" name="Text 73"/>
          <p:cNvSpPr/>
          <p:nvPr/>
        </p:nvSpPr>
        <p:spPr>
          <a:xfrm>
            <a:off x="8124444" y="4700016"/>
            <a:ext cx="26334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عدد/موقع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الجدول الزمني اليومي للمسار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58368" y="9601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r" rtl="1">
              <a:buNone/>
            </a:pPr>
            <a:r>
              <a:rPr lang="en-US" sz="21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الجدول الزمني </a:t>
            </a:r>
            <a:r>
              <a:rPr lang="ar-SA" sz="21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</a:t>
            </a:r>
            <a:r>
              <a:rPr lang="en-US" sz="21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يومي للمسار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58368" y="1335024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أمس = ما تم إنجازه | اليوم = ما يتم تنفيذه الآن | غداً = ما سيتم تنفيذه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417320" y="2971800"/>
            <a:ext cx="9372600" cy="0"/>
          </a:xfrm>
          <a:prstGeom prst="line">
            <a:avLst/>
          </a:prstGeom>
          <a:noFill/>
          <a:ln w="2032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Shape 7"/>
          <p:cNvSpPr/>
          <p:nvPr/>
        </p:nvSpPr>
        <p:spPr>
          <a:xfrm>
            <a:off x="2084832" y="2816352"/>
            <a:ext cx="310896" cy="310896"/>
          </a:xfrm>
          <a:prstGeom prst="ellipse">
            <a:avLst/>
          </a:prstGeom>
          <a:solidFill>
            <a:srgbClr val="2FA65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" name="Shape 8"/>
          <p:cNvSpPr/>
          <p:nvPr/>
        </p:nvSpPr>
        <p:spPr>
          <a:xfrm>
            <a:off x="2240280" y="2816352"/>
            <a:ext cx="0" cy="0"/>
          </a:xfrm>
          <a:prstGeom prst="line">
            <a:avLst/>
          </a:prstGeom>
          <a:noFill/>
          <a:ln w="889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Shape 9"/>
          <p:cNvSpPr/>
          <p:nvPr/>
        </p:nvSpPr>
        <p:spPr>
          <a:xfrm>
            <a:off x="1856232" y="1737360"/>
            <a:ext cx="777240" cy="265176"/>
          </a:xfrm>
          <a:prstGeom prst="roundRect">
            <a:avLst>
              <a:gd name="adj" fmla="val 17241"/>
            </a:avLst>
          </a:prstGeom>
          <a:solidFill>
            <a:srgbClr val="2FA65A"/>
          </a:solidFill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" name="Text 10"/>
          <p:cNvSpPr/>
          <p:nvPr/>
        </p:nvSpPr>
        <p:spPr>
          <a:xfrm>
            <a:off x="1733055" y="1801368"/>
            <a:ext cx="7223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مستقبلي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381893" y="21122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غداً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0453" y="24597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4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 سيتم إنجازه غداً</a:t>
            </a:r>
            <a:endParaRPr lang="en-US" sz="940" dirty="0"/>
          </a:p>
        </p:txBody>
      </p:sp>
      <p:sp>
        <p:nvSpPr>
          <p:cNvPr id="15" name="Text 13"/>
          <p:cNvSpPr/>
          <p:nvPr/>
        </p:nvSpPr>
        <p:spPr>
          <a:xfrm>
            <a:off x="905256" y="3566160"/>
            <a:ext cx="2532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أنشطة المسار</a:t>
            </a:r>
            <a:endParaRPr lang="en-US" sz="1010" dirty="0"/>
          </a:p>
        </p:txBody>
      </p:sp>
      <p:sp>
        <p:nvSpPr>
          <p:cNvPr id="16" name="Shape 14"/>
          <p:cNvSpPr/>
          <p:nvPr/>
        </p:nvSpPr>
        <p:spPr>
          <a:xfrm>
            <a:off x="905256" y="3840480"/>
            <a:ext cx="2532888" cy="0"/>
          </a:xfrm>
          <a:prstGeom prst="line">
            <a:avLst/>
          </a:prstGeom>
          <a:noFill/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7" name="Text 15"/>
          <p:cNvSpPr/>
          <p:nvPr/>
        </p:nvSpPr>
        <p:spPr>
          <a:xfrm>
            <a:off x="1005840" y="3895344"/>
            <a:ext cx="233172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١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٢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٣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اعتماد/تنسيق مطلوب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559552" y="2816352"/>
            <a:ext cx="310896" cy="310896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9" name="Shape 17"/>
          <p:cNvSpPr/>
          <p:nvPr/>
        </p:nvSpPr>
        <p:spPr>
          <a:xfrm>
            <a:off x="5715000" y="2816352"/>
            <a:ext cx="0" cy="0"/>
          </a:xfrm>
          <a:prstGeom prst="line">
            <a:avLst/>
          </a:prstGeom>
          <a:noFill/>
          <a:ln w="889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0" name="Shape 18"/>
          <p:cNvSpPr/>
          <p:nvPr/>
        </p:nvSpPr>
        <p:spPr>
          <a:xfrm>
            <a:off x="5330952" y="1737360"/>
            <a:ext cx="777240" cy="265176"/>
          </a:xfrm>
          <a:prstGeom prst="roundRect">
            <a:avLst>
              <a:gd name="adj" fmla="val 17241"/>
            </a:avLst>
          </a:prstGeom>
          <a:solidFill>
            <a:schemeClr val="accent4">
              <a:lumMod val="75000"/>
            </a:schemeClr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1" name="Text 19"/>
          <p:cNvSpPr/>
          <p:nvPr/>
        </p:nvSpPr>
        <p:spPr>
          <a:xfrm>
            <a:off x="5247549" y="1801368"/>
            <a:ext cx="7223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جاري العمل</a:t>
            </a:r>
            <a:endParaRPr lang="en-US" sz="720" dirty="0"/>
          </a:p>
        </p:txBody>
      </p:sp>
      <p:sp>
        <p:nvSpPr>
          <p:cNvPr id="22" name="Text 20"/>
          <p:cNvSpPr/>
          <p:nvPr/>
        </p:nvSpPr>
        <p:spPr>
          <a:xfrm>
            <a:off x="3776748" y="21122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400" b="1" dirty="0" err="1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اليوم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685308" y="24597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4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 </a:t>
            </a:r>
            <a:r>
              <a:rPr lang="en-US" sz="940" dirty="0" err="1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يتم</a:t>
            </a:r>
            <a:r>
              <a:rPr lang="en-US" sz="94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إنجازه اليوم</a:t>
            </a:r>
            <a:endParaRPr lang="en-US" sz="940" dirty="0"/>
          </a:p>
        </p:txBody>
      </p:sp>
      <p:sp>
        <p:nvSpPr>
          <p:cNvPr id="24" name="Text 22"/>
          <p:cNvSpPr/>
          <p:nvPr/>
        </p:nvSpPr>
        <p:spPr>
          <a:xfrm>
            <a:off x="4379976" y="3566160"/>
            <a:ext cx="2532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أنشطة المسار</a:t>
            </a:r>
            <a:endParaRPr lang="en-US" sz="1010" dirty="0"/>
          </a:p>
        </p:txBody>
      </p:sp>
      <p:sp>
        <p:nvSpPr>
          <p:cNvPr id="25" name="Shape 23"/>
          <p:cNvSpPr/>
          <p:nvPr/>
        </p:nvSpPr>
        <p:spPr>
          <a:xfrm>
            <a:off x="4379976" y="3840480"/>
            <a:ext cx="2532888" cy="0"/>
          </a:xfrm>
          <a:prstGeom prst="line">
            <a:avLst/>
          </a:prstGeom>
          <a:noFill/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6" name="Text 24"/>
          <p:cNvSpPr/>
          <p:nvPr/>
        </p:nvSpPr>
        <p:spPr>
          <a:xfrm>
            <a:off x="4480560" y="3895344"/>
            <a:ext cx="233172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١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٢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٣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اعتماد/تنسيق مطلوب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034272" y="2816352"/>
            <a:ext cx="310896" cy="310896"/>
          </a:xfrm>
          <a:prstGeom prst="ellipse">
            <a:avLst/>
          </a:prstGeom>
          <a:solidFill>
            <a:srgbClr val="C9D3D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8" name="Shape 26"/>
          <p:cNvSpPr/>
          <p:nvPr/>
        </p:nvSpPr>
        <p:spPr>
          <a:xfrm>
            <a:off x="9189720" y="2816352"/>
            <a:ext cx="0" cy="0"/>
          </a:xfrm>
          <a:prstGeom prst="line">
            <a:avLst/>
          </a:prstGeom>
          <a:noFill/>
          <a:ln w="889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9" name="Shape 27"/>
          <p:cNvSpPr/>
          <p:nvPr/>
        </p:nvSpPr>
        <p:spPr>
          <a:xfrm>
            <a:off x="8805672" y="1737360"/>
            <a:ext cx="777240" cy="265176"/>
          </a:xfrm>
          <a:prstGeom prst="roundRect">
            <a:avLst>
              <a:gd name="adj" fmla="val 17241"/>
            </a:avLst>
          </a:prstGeom>
          <a:solidFill>
            <a:srgbClr val="C9D3D6"/>
          </a:solidFill>
          <a:ln w="12700">
            <a:solidFill>
              <a:srgbClr val="C9D3D6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0" name="Text 28"/>
          <p:cNvSpPr/>
          <p:nvPr/>
        </p:nvSpPr>
        <p:spPr>
          <a:xfrm>
            <a:off x="8676088" y="1801368"/>
            <a:ext cx="7223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مكتمل</a:t>
            </a:r>
            <a:endParaRPr lang="en-US" sz="720" dirty="0"/>
          </a:p>
        </p:txBody>
      </p:sp>
      <p:sp>
        <p:nvSpPr>
          <p:cNvPr id="31" name="Text 29"/>
          <p:cNvSpPr/>
          <p:nvPr/>
        </p:nvSpPr>
        <p:spPr>
          <a:xfrm>
            <a:off x="7436202" y="21122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أمس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344762" y="24597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4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 تم إنجازه أمس</a:t>
            </a:r>
            <a:endParaRPr lang="en-US" sz="940" dirty="0"/>
          </a:p>
        </p:txBody>
      </p:sp>
      <p:sp>
        <p:nvSpPr>
          <p:cNvPr id="33" name="Text 31"/>
          <p:cNvSpPr/>
          <p:nvPr/>
        </p:nvSpPr>
        <p:spPr>
          <a:xfrm>
            <a:off x="7854696" y="3566160"/>
            <a:ext cx="2532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C9D3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أنشطة المسار</a:t>
            </a:r>
            <a:endParaRPr lang="en-US" sz="1010" dirty="0"/>
          </a:p>
        </p:txBody>
      </p:sp>
      <p:sp>
        <p:nvSpPr>
          <p:cNvPr id="34" name="Shape 32"/>
          <p:cNvSpPr/>
          <p:nvPr/>
        </p:nvSpPr>
        <p:spPr>
          <a:xfrm>
            <a:off x="7854696" y="3840480"/>
            <a:ext cx="2532888" cy="0"/>
          </a:xfrm>
          <a:prstGeom prst="line">
            <a:avLst/>
          </a:prstGeom>
          <a:noFill/>
          <a:ln w="12700">
            <a:solidFill>
              <a:srgbClr val="C9D3D6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5" name="Text 33"/>
          <p:cNvSpPr/>
          <p:nvPr/>
        </p:nvSpPr>
        <p:spPr>
          <a:xfrm>
            <a:off x="7955280" y="3895344"/>
            <a:ext cx="233172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١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٢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٣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اعتماد/تنسيق مطلوب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715000" y="5440680"/>
            <a:ext cx="0" cy="0"/>
          </a:xfrm>
          <a:prstGeom prst="line">
            <a:avLst/>
          </a:prstGeom>
          <a:noFill/>
          <a:ln w="1524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مرفقات وصور اليوم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30936" y="1078992"/>
            <a:ext cx="5230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صور / أدلة ميدانية</a:t>
            </a:r>
            <a:endParaRPr lang="en-US" sz="1010" dirty="0"/>
          </a:p>
        </p:txBody>
      </p:sp>
      <p:sp>
        <p:nvSpPr>
          <p:cNvPr id="7" name="Shape 5"/>
          <p:cNvSpPr/>
          <p:nvPr/>
        </p:nvSpPr>
        <p:spPr>
          <a:xfrm>
            <a:off x="630936" y="1353312"/>
            <a:ext cx="5230368" cy="0"/>
          </a:xfrm>
          <a:prstGeom prst="line">
            <a:avLst/>
          </a:prstGeom>
          <a:noFill/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" name="Text 6"/>
          <p:cNvSpPr/>
          <p:nvPr/>
        </p:nvSpPr>
        <p:spPr>
          <a:xfrm>
            <a:off x="868680" y="1600200"/>
            <a:ext cx="457200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ضع هنا صور قبل/بعد أو لقطات من الموقع أو روابط الأدلة.</a:t>
            </a:r>
            <a:endParaRPr lang="en-US" sz="1000" dirty="0"/>
          </a:p>
          <a:p>
            <a:pPr marL="0" indent="0" algn="r" rtl="1">
              <a:buNone/>
            </a:pPr>
            <a:endParaRPr lang="en-US" sz="1000" dirty="0"/>
          </a:p>
          <a:p>
            <a:pPr marL="0" indent="0" algn="r" rtl="1">
              <a:buNone/>
            </a:pPr>
            <a:r>
              <a:rPr lang="en-US" sz="100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صورة ١</a:t>
            </a:r>
            <a:endParaRPr lang="en-US" sz="1000" dirty="0"/>
          </a:p>
          <a:p>
            <a:pPr marL="0" indent="0" algn="r" rtl="1">
              <a:buNone/>
            </a:pPr>
            <a:r>
              <a:rPr lang="en-US" sz="100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صورة ٢</a:t>
            </a:r>
            <a:endParaRPr lang="en-US" sz="1000" dirty="0"/>
          </a:p>
          <a:p>
            <a:pPr marL="0" indent="0" algn="r" rtl="1">
              <a:buNone/>
            </a:pPr>
            <a:r>
              <a:rPr lang="en-US" sz="100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صورة ٣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91656" y="1078992"/>
            <a:ext cx="5184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116A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التوصيات المقترحة للمسار</a:t>
            </a:r>
            <a:endParaRPr lang="en-US" sz="1010" dirty="0"/>
          </a:p>
        </p:txBody>
      </p:sp>
      <p:sp>
        <p:nvSpPr>
          <p:cNvPr id="10" name="Shape 8"/>
          <p:cNvSpPr/>
          <p:nvPr/>
        </p:nvSpPr>
        <p:spPr>
          <a:xfrm>
            <a:off x="6391656" y="1353312"/>
            <a:ext cx="5184648" cy="0"/>
          </a:xfrm>
          <a:prstGeom prst="line">
            <a:avLst/>
          </a:prstGeom>
          <a:noFill/>
          <a:ln w="12700">
            <a:solidFill>
              <a:srgbClr val="116A66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Shape 9"/>
          <p:cNvSpPr/>
          <p:nvPr/>
        </p:nvSpPr>
        <p:spPr>
          <a:xfrm>
            <a:off x="6537960" y="1481328"/>
            <a:ext cx="41148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" name="Text 10"/>
          <p:cNvSpPr/>
          <p:nvPr/>
        </p:nvSpPr>
        <p:spPr>
          <a:xfrm>
            <a:off x="6565392" y="1531620"/>
            <a:ext cx="356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موعد الحسم</a:t>
            </a:r>
            <a:endParaRPr lang="en-US" sz="710" dirty="0"/>
          </a:p>
        </p:txBody>
      </p:sp>
      <p:sp>
        <p:nvSpPr>
          <p:cNvPr id="13" name="Shape 11"/>
          <p:cNvSpPr/>
          <p:nvPr/>
        </p:nvSpPr>
        <p:spPr>
          <a:xfrm>
            <a:off x="6949440" y="1481328"/>
            <a:ext cx="187452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" name="Text 12"/>
          <p:cNvSpPr/>
          <p:nvPr/>
        </p:nvSpPr>
        <p:spPr>
          <a:xfrm>
            <a:off x="6976872" y="1531620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القرار المطلوب</a:t>
            </a:r>
            <a:endParaRPr lang="en-US" sz="710" dirty="0"/>
          </a:p>
        </p:txBody>
      </p:sp>
      <p:sp>
        <p:nvSpPr>
          <p:cNvPr id="15" name="Shape 13"/>
          <p:cNvSpPr/>
          <p:nvPr/>
        </p:nvSpPr>
        <p:spPr>
          <a:xfrm>
            <a:off x="8823960" y="1481328"/>
            <a:ext cx="173736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6" name="Text 14"/>
          <p:cNvSpPr/>
          <p:nvPr/>
        </p:nvSpPr>
        <p:spPr>
          <a:xfrm>
            <a:off x="8851392" y="1531620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التوصية</a:t>
            </a:r>
            <a:endParaRPr lang="en-US" sz="710" dirty="0"/>
          </a:p>
        </p:txBody>
      </p:sp>
      <p:sp>
        <p:nvSpPr>
          <p:cNvPr id="17" name="Shape 15"/>
          <p:cNvSpPr/>
          <p:nvPr/>
        </p:nvSpPr>
        <p:spPr>
          <a:xfrm>
            <a:off x="10561320" y="1481328"/>
            <a:ext cx="114300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8" name="Text 16"/>
          <p:cNvSpPr/>
          <p:nvPr/>
        </p:nvSpPr>
        <p:spPr>
          <a:xfrm>
            <a:off x="10588752" y="1531620"/>
            <a:ext cx="1088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10" dirty="0"/>
          </a:p>
        </p:txBody>
      </p:sp>
      <p:sp>
        <p:nvSpPr>
          <p:cNvPr id="19" name="Shape 17"/>
          <p:cNvSpPr/>
          <p:nvPr/>
        </p:nvSpPr>
        <p:spPr>
          <a:xfrm>
            <a:off x="6537960" y="1773936"/>
            <a:ext cx="41148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0" name="Text 18"/>
          <p:cNvSpPr/>
          <p:nvPr/>
        </p:nvSpPr>
        <p:spPr>
          <a:xfrm>
            <a:off x="6569964" y="1819656"/>
            <a:ext cx="34747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6949440" y="1773936"/>
            <a:ext cx="187452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2" name="Text 20"/>
          <p:cNvSpPr/>
          <p:nvPr/>
        </p:nvSpPr>
        <p:spPr>
          <a:xfrm>
            <a:off x="6981444" y="1819656"/>
            <a:ext cx="181051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قرار/إجراء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8823960" y="1773936"/>
            <a:ext cx="173736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4" name="Text 22"/>
          <p:cNvSpPr/>
          <p:nvPr/>
        </p:nvSpPr>
        <p:spPr>
          <a:xfrm>
            <a:off x="8855964" y="1819656"/>
            <a:ext cx="167335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10561320" y="1773936"/>
            <a:ext cx="114300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6" name="Text 24"/>
          <p:cNvSpPr/>
          <p:nvPr/>
        </p:nvSpPr>
        <p:spPr>
          <a:xfrm>
            <a:off x="10593324" y="1819656"/>
            <a:ext cx="107899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١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6537960" y="2194560"/>
            <a:ext cx="41148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8" name="Text 26"/>
          <p:cNvSpPr/>
          <p:nvPr/>
        </p:nvSpPr>
        <p:spPr>
          <a:xfrm>
            <a:off x="6569964" y="2240280"/>
            <a:ext cx="34747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6949440" y="2194560"/>
            <a:ext cx="187452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0" name="Text 28"/>
          <p:cNvSpPr/>
          <p:nvPr/>
        </p:nvSpPr>
        <p:spPr>
          <a:xfrm>
            <a:off x="6981444" y="2240280"/>
            <a:ext cx="181051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قرار/إجراء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8823960" y="2194560"/>
            <a:ext cx="173736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2" name="Text 30"/>
          <p:cNvSpPr/>
          <p:nvPr/>
        </p:nvSpPr>
        <p:spPr>
          <a:xfrm>
            <a:off x="8855964" y="2240280"/>
            <a:ext cx="167335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10561320" y="2194560"/>
            <a:ext cx="114300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4" name="Text 32"/>
          <p:cNvSpPr/>
          <p:nvPr/>
        </p:nvSpPr>
        <p:spPr>
          <a:xfrm>
            <a:off x="10593324" y="2240280"/>
            <a:ext cx="107899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٢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6537960" y="2615184"/>
            <a:ext cx="41148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6" name="Text 34"/>
          <p:cNvSpPr/>
          <p:nvPr/>
        </p:nvSpPr>
        <p:spPr>
          <a:xfrm>
            <a:off x="6569964" y="2660904"/>
            <a:ext cx="34747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6949440" y="2615184"/>
            <a:ext cx="187452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8" name="Text 36"/>
          <p:cNvSpPr/>
          <p:nvPr/>
        </p:nvSpPr>
        <p:spPr>
          <a:xfrm>
            <a:off x="6981444" y="2660904"/>
            <a:ext cx="181051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قرار/إجراء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8823960" y="2615184"/>
            <a:ext cx="173736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0" name="Text 38"/>
          <p:cNvSpPr/>
          <p:nvPr/>
        </p:nvSpPr>
        <p:spPr>
          <a:xfrm>
            <a:off x="8855964" y="2660904"/>
            <a:ext cx="167335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10561320" y="2615184"/>
            <a:ext cx="114300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2" name="Text 40"/>
          <p:cNvSpPr/>
          <p:nvPr/>
        </p:nvSpPr>
        <p:spPr>
          <a:xfrm>
            <a:off x="10593324" y="2660904"/>
            <a:ext cx="107899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٣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6537960" y="3035808"/>
            <a:ext cx="41148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4" name="Text 42"/>
          <p:cNvSpPr/>
          <p:nvPr/>
        </p:nvSpPr>
        <p:spPr>
          <a:xfrm>
            <a:off x="6569964" y="3081528"/>
            <a:ext cx="34747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6949440" y="3035808"/>
            <a:ext cx="187452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6" name="Text 44"/>
          <p:cNvSpPr/>
          <p:nvPr/>
        </p:nvSpPr>
        <p:spPr>
          <a:xfrm>
            <a:off x="6981444" y="3081528"/>
            <a:ext cx="181051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قرار/إجراء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8823960" y="3035808"/>
            <a:ext cx="173736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8" name="Text 46"/>
          <p:cNvSpPr/>
          <p:nvPr/>
        </p:nvSpPr>
        <p:spPr>
          <a:xfrm>
            <a:off x="8855964" y="3081528"/>
            <a:ext cx="167335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10561320" y="3035808"/>
            <a:ext cx="114300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0" name="Text 48"/>
          <p:cNvSpPr/>
          <p:nvPr/>
        </p:nvSpPr>
        <p:spPr>
          <a:xfrm>
            <a:off x="10593324" y="3081528"/>
            <a:ext cx="107899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٤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30936" y="5724144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إرسال التقرير</a:t>
            </a:r>
            <a:endParaRPr lang="en-US" sz="1010" dirty="0"/>
          </a:p>
        </p:txBody>
      </p:sp>
      <p:sp>
        <p:nvSpPr>
          <p:cNvPr id="52" name="Shape 50"/>
          <p:cNvSpPr/>
          <p:nvPr/>
        </p:nvSpPr>
        <p:spPr>
          <a:xfrm>
            <a:off x="630936" y="5998464"/>
            <a:ext cx="10945368" cy="0"/>
          </a:xfrm>
          <a:prstGeom prst="line">
            <a:avLst/>
          </a:prstGeom>
          <a:noFill/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3" name="Text 51"/>
          <p:cNvSpPr/>
          <p:nvPr/>
        </p:nvSpPr>
        <p:spPr>
          <a:xfrm>
            <a:off x="786384" y="5740322"/>
            <a:ext cx="1014984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 rtl="1">
              <a:buNone/>
            </a:pPr>
            <a:r>
              <a:rPr lang="en-US" sz="820" b="1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يرسل مسؤول المسار التقرير اليومي قبل الساعة إلى مدير مكتب إدارة المشروع مع الروابط والمرفقات الداعمة.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>
            <a:extLst>
              <a:ext uri="{FF2B5EF4-FFF2-40B4-BE49-F238E27FC236}">
                <a16:creationId xmlns:a16="http://schemas.microsoft.com/office/drawing/2014/main" id="{637D7E2B-16EA-98CC-9CAC-62021CA28122}"/>
              </a:ext>
            </a:extLst>
          </p:cNvPr>
          <p:cNvSpPr/>
          <p:nvPr/>
        </p:nvSpPr>
        <p:spPr>
          <a:xfrm>
            <a:off x="2451735" y="3155823"/>
            <a:ext cx="8915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ar-SA" sz="2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شكراً لكم ..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2780022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680</Words>
  <Application>Microsoft Macintosh PowerPoint</Application>
  <PresentationFormat>شاشة عريضة</PresentationFormat>
  <Paragraphs>280</Paragraphs>
  <Slides>8</Slides>
  <Notes>7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2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8</vt:i4>
      </vt:variant>
    </vt:vector>
  </HeadingPairs>
  <TitlesOfParts>
    <vt:vector size="11" baseType="lpstr">
      <vt:lpstr>Aptos</vt:lpstr>
      <vt:lpstr>Arial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Mayadeen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نموذج التقرير اليومي لمسار تجهيز وتفعيل الحديقة</dc:title>
  <dc:subject>KAGA Track Daily Report Template</dc:subject>
  <dc:creator>OpenAI</dc:creator>
  <cp:lastModifiedBy>musab fahad alqattan</cp:lastModifiedBy>
  <cp:revision>8</cp:revision>
  <dcterms:created xsi:type="dcterms:W3CDTF">2026-06-04T19:50:48Z</dcterms:created>
  <dcterms:modified xsi:type="dcterms:W3CDTF">2026-06-07T02:31:47Z</dcterms:modified>
</cp:coreProperties>
</file>