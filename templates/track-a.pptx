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69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AEE59A-0F0F-2E43-325D-E9D665334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615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0F5DA8-27CB-6548-E63A-A977319A41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44D6-38D1-5C3C-5DA6-F45F485C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DC360-5031-1642-4A55-2345AAF611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91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68F8B6-CD09-81DB-05E7-D2A228E687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" y="-4641"/>
            <a:ext cx="12183756" cy="68626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05840" cy="265176"/>
          </a:xfrm>
          <a:prstGeom prst="roundRect">
            <a:avLst>
              <a:gd name="adj" fmla="val 17241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 ٠١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2788920" y="1325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التقرير اليومي – التخطيط والتنسيق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88920" y="21488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37560" y="2311145"/>
            <a:ext cx="8092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8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يومياً من مسؤول المسار إلى مدير مكتب إدارة المشروع لاستخدامه في إعداد التقرير اليومي الشامل.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462272" y="2993519"/>
            <a:ext cx="696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نطاق تعبئة مسؤول المسار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4462272" y="3267839"/>
            <a:ext cx="696772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4983480" y="3308986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الحوكمة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الزمني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الاعتمادات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التصاريح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،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التغيير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والمواءمة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مع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أصحاب</a:t>
            </a:r>
            <a:r>
              <a:rPr lang="en-US" sz="920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20" dirty="0" err="1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المصلحة</a:t>
            </a:r>
            <a:endParaRPr lang="en-US" sz="92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لمسار التخطيط والتنسيق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 اليوم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262432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961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5544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5819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2677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0467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المختارة: أخضر/أصفر/أحمر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739896" y="107899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الإنجاز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739896" y="1353312"/>
            <a:ext cx="35387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3913632" y="1389888"/>
            <a:ext cx="30175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 رئيسي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 رئيسي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 رئيسي ٣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763256" y="10789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 من مكتب إدارة المشروع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763256" y="1353312"/>
            <a:ext cx="381304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79552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 / اعتماد / تنسيق / تصعيد مطلوب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موعد: وقت / تاريخ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30936" y="286207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التحديث التفصيلي اليومي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30936" y="3136392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777240" y="3310128"/>
            <a:ext cx="13258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04672" y="33604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103120" y="3310128"/>
            <a:ext cx="18745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213055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3977640" y="3310128"/>
            <a:ext cx="18745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00507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852160" y="3310128"/>
            <a:ext cx="18745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587959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7726680" y="33101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7754112" y="33604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641080" y="3310128"/>
            <a:ext cx="21488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8668512" y="3360420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البند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777240" y="3602736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809244" y="3648456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10312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213512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97764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00964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5216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588416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26680" y="36027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7758684" y="36484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641080" y="3602736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8673084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رئيسية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77240" y="3986784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09244" y="4032504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210312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213512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97764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400964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85216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4" name="Text 52"/>
          <p:cNvSpPr/>
          <p:nvPr/>
        </p:nvSpPr>
        <p:spPr>
          <a:xfrm>
            <a:off x="588416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726680" y="39867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6" name="Text 54"/>
          <p:cNvSpPr/>
          <p:nvPr/>
        </p:nvSpPr>
        <p:spPr>
          <a:xfrm>
            <a:off x="7758684" y="40325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641080" y="3986784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Text 56"/>
          <p:cNvSpPr/>
          <p:nvPr/>
        </p:nvSpPr>
        <p:spPr>
          <a:xfrm>
            <a:off x="8673084" y="4032504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مخرجات/اعتمادات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777240" y="4370832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0" name="Text 58"/>
          <p:cNvSpPr/>
          <p:nvPr/>
        </p:nvSpPr>
        <p:spPr>
          <a:xfrm>
            <a:off x="809244" y="4416552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10312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2" name="Text 60"/>
          <p:cNvSpPr/>
          <p:nvPr/>
        </p:nvSpPr>
        <p:spPr>
          <a:xfrm>
            <a:off x="213512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97764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4" name="Text 62"/>
          <p:cNvSpPr/>
          <p:nvPr/>
        </p:nvSpPr>
        <p:spPr>
          <a:xfrm>
            <a:off x="400964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585216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6" name="Text 64"/>
          <p:cNvSpPr/>
          <p:nvPr/>
        </p:nvSpPr>
        <p:spPr>
          <a:xfrm>
            <a:off x="588416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726680" y="43708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8" name="Text 66"/>
          <p:cNvSpPr/>
          <p:nvPr/>
        </p:nvSpPr>
        <p:spPr>
          <a:xfrm>
            <a:off x="7758684" y="44165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641080" y="4370832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0" name="Text 68"/>
          <p:cNvSpPr/>
          <p:nvPr/>
        </p:nvSpPr>
        <p:spPr>
          <a:xfrm>
            <a:off x="8673084" y="4416552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تنسيق مع جهات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777240" y="4754880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2" name="Text 70"/>
          <p:cNvSpPr/>
          <p:nvPr/>
        </p:nvSpPr>
        <p:spPr>
          <a:xfrm>
            <a:off x="809244" y="4800600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210312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4" name="Text 72"/>
          <p:cNvSpPr/>
          <p:nvPr/>
        </p:nvSpPr>
        <p:spPr>
          <a:xfrm>
            <a:off x="213512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97764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6" name="Text 74"/>
          <p:cNvSpPr/>
          <p:nvPr/>
        </p:nvSpPr>
        <p:spPr>
          <a:xfrm>
            <a:off x="400964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85216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8" name="Text 76"/>
          <p:cNvSpPr/>
          <p:nvPr/>
        </p:nvSpPr>
        <p:spPr>
          <a:xfrm>
            <a:off x="588416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7726680" y="4754880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0" name="Text 78"/>
          <p:cNvSpPr/>
          <p:nvPr/>
        </p:nvSpPr>
        <p:spPr>
          <a:xfrm>
            <a:off x="7758684" y="480060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8641080" y="4754880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2" name="Text 80"/>
          <p:cNvSpPr/>
          <p:nvPr/>
        </p:nvSpPr>
        <p:spPr>
          <a:xfrm>
            <a:off x="8673084" y="4800600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موردين/أطراف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تفاصيل الأنشطة اليومية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قائمة أعمال المسار اليومية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438912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الاعتماد/الدليل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188720" y="1481328"/>
            <a:ext cx="27889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216152" y="1531620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الإنجاز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977640" y="1481328"/>
            <a:ext cx="11430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00507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1480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نهاية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0624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بداية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6949440" y="1481328"/>
            <a:ext cx="9144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9768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863840" y="1481328"/>
            <a:ext cx="10972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789127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النشاط / المخرج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8961120" y="1481328"/>
            <a:ext cx="18288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8988552" y="15316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777240" y="177393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809244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1188720" y="177393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1220724" y="18196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3977640" y="177393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4009644" y="18196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1206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1526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60350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60670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69494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69814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863840" y="177393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7895844" y="18196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961120" y="177393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8993124" y="18196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777240" y="218541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809244" y="22311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188720" y="218541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1220724" y="22311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3977640" y="218541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4009644" y="22311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51206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51526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60350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60670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69494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69814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7863840" y="218541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95844" y="22311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8961120" y="218541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993124" y="22311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777240" y="259689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1188720" y="259689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1220724" y="26426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3977640" y="259689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4009644" y="26426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51206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51526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60350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60670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69494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9814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7863840" y="259689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7895844" y="26426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961120" y="259689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8993124" y="26426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777240" y="300837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809244" y="305409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1188720" y="300837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1220724" y="305409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3977640" y="300837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4009644" y="305409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51206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51526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60350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60670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69494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9814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7863840" y="300837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7895844" y="305409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8961120" y="300837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8993124" y="305409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777240" y="341985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809244" y="346557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1188720" y="341985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1" name="Text 89"/>
          <p:cNvSpPr/>
          <p:nvPr/>
        </p:nvSpPr>
        <p:spPr>
          <a:xfrm>
            <a:off x="1220724" y="346557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3977640" y="341985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3" name="Text 91"/>
          <p:cNvSpPr/>
          <p:nvPr/>
        </p:nvSpPr>
        <p:spPr>
          <a:xfrm>
            <a:off x="4009644" y="346557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51206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5" name="Text 93"/>
          <p:cNvSpPr/>
          <p:nvPr/>
        </p:nvSpPr>
        <p:spPr>
          <a:xfrm>
            <a:off x="51526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60350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7" name="Text 95"/>
          <p:cNvSpPr/>
          <p:nvPr/>
        </p:nvSpPr>
        <p:spPr>
          <a:xfrm>
            <a:off x="60670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69494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9" name="Text 97"/>
          <p:cNvSpPr/>
          <p:nvPr/>
        </p:nvSpPr>
        <p:spPr>
          <a:xfrm>
            <a:off x="69814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7863840" y="341985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1" name="Text 99"/>
          <p:cNvSpPr/>
          <p:nvPr/>
        </p:nvSpPr>
        <p:spPr>
          <a:xfrm>
            <a:off x="7895844" y="346557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8961120" y="341985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3" name="Text 101"/>
          <p:cNvSpPr/>
          <p:nvPr/>
        </p:nvSpPr>
        <p:spPr>
          <a:xfrm>
            <a:off x="8993124" y="346557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٥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777240" y="383133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5" name="Text 103"/>
          <p:cNvSpPr/>
          <p:nvPr/>
        </p:nvSpPr>
        <p:spPr>
          <a:xfrm>
            <a:off x="809244" y="38770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06" name="Shape 104"/>
          <p:cNvSpPr/>
          <p:nvPr/>
        </p:nvSpPr>
        <p:spPr>
          <a:xfrm>
            <a:off x="1188720" y="383133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7" name="Text 105"/>
          <p:cNvSpPr/>
          <p:nvPr/>
        </p:nvSpPr>
        <p:spPr>
          <a:xfrm>
            <a:off x="1220724" y="38770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08" name="Shape 106"/>
          <p:cNvSpPr/>
          <p:nvPr/>
        </p:nvSpPr>
        <p:spPr>
          <a:xfrm>
            <a:off x="3977640" y="383133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9" name="Text 107"/>
          <p:cNvSpPr/>
          <p:nvPr/>
        </p:nvSpPr>
        <p:spPr>
          <a:xfrm>
            <a:off x="4009644" y="38770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10" name="Shape 108"/>
          <p:cNvSpPr/>
          <p:nvPr/>
        </p:nvSpPr>
        <p:spPr>
          <a:xfrm>
            <a:off x="51206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1" name="Text 109"/>
          <p:cNvSpPr/>
          <p:nvPr/>
        </p:nvSpPr>
        <p:spPr>
          <a:xfrm>
            <a:off x="51526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60350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3" name="Text 111"/>
          <p:cNvSpPr/>
          <p:nvPr/>
        </p:nvSpPr>
        <p:spPr>
          <a:xfrm>
            <a:off x="60670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69494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5" name="Text 113"/>
          <p:cNvSpPr/>
          <p:nvPr/>
        </p:nvSpPr>
        <p:spPr>
          <a:xfrm>
            <a:off x="69814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7863840" y="383133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7" name="Text 115"/>
          <p:cNvSpPr/>
          <p:nvPr/>
        </p:nvSpPr>
        <p:spPr>
          <a:xfrm>
            <a:off x="7895844" y="38770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8961120" y="383133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9" name="Text 117"/>
          <p:cNvSpPr/>
          <p:nvPr/>
        </p:nvSpPr>
        <p:spPr>
          <a:xfrm>
            <a:off x="8993124" y="38770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٦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777240" y="424281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1" name="Text 119"/>
          <p:cNvSpPr/>
          <p:nvPr/>
        </p:nvSpPr>
        <p:spPr>
          <a:xfrm>
            <a:off x="809244" y="42885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1188720" y="424281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3" name="Text 121"/>
          <p:cNvSpPr/>
          <p:nvPr/>
        </p:nvSpPr>
        <p:spPr>
          <a:xfrm>
            <a:off x="1220724" y="42885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3977640" y="424281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5" name="Text 123"/>
          <p:cNvSpPr/>
          <p:nvPr/>
        </p:nvSpPr>
        <p:spPr>
          <a:xfrm>
            <a:off x="4009644" y="42885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51206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7" name="Text 125"/>
          <p:cNvSpPr/>
          <p:nvPr/>
        </p:nvSpPr>
        <p:spPr>
          <a:xfrm>
            <a:off x="51526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60350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9" name="Text 127"/>
          <p:cNvSpPr/>
          <p:nvPr/>
        </p:nvSpPr>
        <p:spPr>
          <a:xfrm>
            <a:off x="60670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69494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1" name="Text 129"/>
          <p:cNvSpPr/>
          <p:nvPr/>
        </p:nvSpPr>
        <p:spPr>
          <a:xfrm>
            <a:off x="69814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32" name="Shape 130"/>
          <p:cNvSpPr/>
          <p:nvPr/>
        </p:nvSpPr>
        <p:spPr>
          <a:xfrm>
            <a:off x="7863840" y="424281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3" name="Text 131"/>
          <p:cNvSpPr/>
          <p:nvPr/>
        </p:nvSpPr>
        <p:spPr>
          <a:xfrm>
            <a:off x="7895844" y="42885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8961120" y="424281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5" name="Text 133"/>
          <p:cNvSpPr/>
          <p:nvPr/>
        </p:nvSpPr>
        <p:spPr>
          <a:xfrm>
            <a:off x="8993124" y="42885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٧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7" name="Text 135"/>
          <p:cNvSpPr/>
          <p:nvPr/>
        </p:nvSpPr>
        <p:spPr>
          <a:xfrm>
            <a:off x="809244" y="47000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1188720" y="465429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9" name="Text 137"/>
          <p:cNvSpPr/>
          <p:nvPr/>
        </p:nvSpPr>
        <p:spPr>
          <a:xfrm>
            <a:off x="1220724" y="47000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40" name="Shape 138"/>
          <p:cNvSpPr/>
          <p:nvPr/>
        </p:nvSpPr>
        <p:spPr>
          <a:xfrm>
            <a:off x="3977640" y="465429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1" name="Text 139"/>
          <p:cNvSpPr/>
          <p:nvPr/>
        </p:nvSpPr>
        <p:spPr>
          <a:xfrm>
            <a:off x="4009644" y="47000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51206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3" name="Text 141"/>
          <p:cNvSpPr/>
          <p:nvPr/>
        </p:nvSpPr>
        <p:spPr>
          <a:xfrm>
            <a:off x="51526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4" name="Shape 142"/>
          <p:cNvSpPr/>
          <p:nvPr/>
        </p:nvSpPr>
        <p:spPr>
          <a:xfrm>
            <a:off x="60350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5" name="Text 143"/>
          <p:cNvSpPr/>
          <p:nvPr/>
        </p:nvSpPr>
        <p:spPr>
          <a:xfrm>
            <a:off x="60670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6" name="Shape 144"/>
          <p:cNvSpPr/>
          <p:nvPr/>
        </p:nvSpPr>
        <p:spPr>
          <a:xfrm>
            <a:off x="69494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7" name="Text 145"/>
          <p:cNvSpPr/>
          <p:nvPr/>
        </p:nvSpPr>
        <p:spPr>
          <a:xfrm>
            <a:off x="69814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48" name="Shape 146"/>
          <p:cNvSpPr/>
          <p:nvPr/>
        </p:nvSpPr>
        <p:spPr>
          <a:xfrm>
            <a:off x="7863840" y="465429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9" name="Text 147"/>
          <p:cNvSpPr/>
          <p:nvPr/>
        </p:nvSpPr>
        <p:spPr>
          <a:xfrm>
            <a:off x="7895844" y="47000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50" name="Shape 148"/>
          <p:cNvSpPr/>
          <p:nvPr/>
        </p:nvSpPr>
        <p:spPr>
          <a:xfrm>
            <a:off x="8961120" y="465429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1" name="Text 149"/>
          <p:cNvSpPr/>
          <p:nvPr/>
        </p:nvSpPr>
        <p:spPr>
          <a:xfrm>
            <a:off x="8993124" y="47000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٨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والتصعيد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1280160" y="1481328"/>
            <a:ext cx="1645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30759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8229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953512" y="15316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374904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77647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010912" y="153162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566928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569671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28016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131216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26080" y="1773936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2958084" y="1819656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749040" y="1773936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3781044" y="1819656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983480" y="177393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015484" y="181965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6928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70128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8016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31216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26080" y="2157984"/>
            <a:ext cx="8229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2958084" y="2203704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157984"/>
            <a:ext cx="12344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3781044" y="2203704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983480" y="2157984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015484" y="2203704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66928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570128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28016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131216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26080" y="2542032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8084" y="2587752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749040" y="2542032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3781044" y="2587752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83480" y="2542032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5015484" y="2587752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6928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570128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6537960" y="1481328"/>
            <a:ext cx="16916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6565392" y="153162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6537960" y="1773936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569964" y="1819656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37960" y="2157984"/>
            <a:ext cx="1691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6569964" y="2203704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537960" y="2542032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569964" y="2587752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630936" y="386791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</a:t>
            </a:r>
            <a:endParaRPr lang="en-US" sz="1010" dirty="0"/>
          </a:p>
        </p:txBody>
      </p:sp>
      <p:sp>
        <p:nvSpPr>
          <p:cNvPr id="91" name="Shape 89"/>
          <p:cNvSpPr/>
          <p:nvPr/>
        </p:nvSpPr>
        <p:spPr>
          <a:xfrm>
            <a:off x="630936" y="4142232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2" name="Text 90"/>
          <p:cNvSpPr/>
          <p:nvPr/>
        </p:nvSpPr>
        <p:spPr>
          <a:xfrm>
            <a:off x="868680" y="4279392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١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٢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أي تأثير على التقرير اليومي الشامل أو على مسارات أخرى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والجاهزية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سلامة المسار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10972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36499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44622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760720" y="1481328"/>
            <a:ext cx="24231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788152" y="1531620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26060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8211312" y="153162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10972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3369564" y="1819656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348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4668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0" y="1773936"/>
            <a:ext cx="2423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792724" y="1819656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773936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8215884" y="181965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37560" y="2167128"/>
            <a:ext cx="10972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3369564" y="2212848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348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4668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2167128"/>
            <a:ext cx="2423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792724" y="2212848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83880" y="2167128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8215884" y="2212848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0936" y="3566160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جودة وجاهزية المسار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30936" y="3840480"/>
            <a:ext cx="10945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777240" y="3968496"/>
            <a:ext cx="21488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804672" y="401878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2926080" y="3968496"/>
            <a:ext cx="26060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3512" y="4018788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532120" y="3968496"/>
            <a:ext cx="12801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555955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812280" y="3968496"/>
            <a:ext cx="12801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683971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092440" y="3968496"/>
            <a:ext cx="26974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119872" y="4018788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777240" y="4261104"/>
            <a:ext cx="21488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4306824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0" y="4261104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2958084" y="4306824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3212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556412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228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684428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092440" y="4261104"/>
            <a:ext cx="2697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8124444" y="4306824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77240" y="4654296"/>
            <a:ext cx="21488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09244" y="4700016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26080" y="4654296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2958084" y="470001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3212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556412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81228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684428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92440" y="4654296"/>
            <a:ext cx="26974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8124444" y="4700016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1148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 | نموذج التقرير اليومي للمسار | المسار ٠١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اليومي للمسار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 للمسار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تنفيذه الآن | غداً = ما سيتم تنفيذه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17320" y="297180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084832" y="281635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224028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2017001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88366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04951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511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سيتم إنجازه غداً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0525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905256" y="3840480"/>
            <a:ext cx="253288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00584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9552" y="2816352"/>
            <a:ext cx="310896" cy="310896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571500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5451530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35838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919865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28425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37997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379976" y="3840480"/>
            <a:ext cx="253288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448056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34272" y="281635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918972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8986540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833104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364441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73001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85469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854696" y="3840480"/>
            <a:ext cx="2532888" cy="0"/>
          </a:xfrm>
          <a:prstGeom prst="line">
            <a:avLst/>
          </a:prstGeom>
          <a:noFill/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795528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5440680"/>
            <a:ext cx="0" cy="0"/>
          </a:xfrm>
          <a:prstGeom prst="line">
            <a:avLst/>
          </a:prstGeom>
          <a:noFill/>
          <a:ln w="1524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وصور اليوم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/ أدلة ميدانية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5720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ضع هنا صور قبل/بعد أو لقطات من الموقع أو روابط الأدلة.</a:t>
            </a:r>
            <a:endParaRPr lang="en-US" sz="1000" dirty="0"/>
          </a:p>
          <a:p>
            <a:pPr marL="0" indent="0" algn="r" rtl="1">
              <a:buNone/>
            </a:pP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١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٢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للمسار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3796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56539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18745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976872" y="15316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 المطلوب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823960" y="1481328"/>
            <a:ext cx="17373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851392" y="15316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056132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8875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537960" y="1773936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569964" y="1819656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49440" y="1773936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6981444" y="1819656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23960" y="1773936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855964" y="1819656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561320" y="1773936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10593324" y="1819656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37960" y="2194560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6569964" y="2240280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49440" y="2194560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6981444" y="2240280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23960" y="2194560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8855964" y="2240280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561320" y="2194560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10593324" y="2240280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537960" y="2615184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569964" y="2660904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949440" y="2615184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6981444" y="2660904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23960" y="2615184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8855964" y="2660904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561320" y="2615184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10593324" y="2660904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37960" y="3035808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6569964" y="3081528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49440" y="3035808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6981444" y="3081528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823960" y="3035808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855964" y="3081528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61320" y="3035808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10593324" y="3081528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" y="5724144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إرسال التقرير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30936" y="5998464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6384" y="5751576"/>
            <a:ext cx="10149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مسؤول المسار التقرير اليومي إلى مدير مكتب إدارة المشروع مع الروابط والمرفقات الداعمة.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4399ED3F-E846-2AED-CE6C-8C302F093501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6262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684</Words>
  <Application>Microsoft Macintosh PowerPoint</Application>
  <PresentationFormat>Widescreen</PresentationFormat>
  <Paragraphs>280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لمسار التخطيط والتنسيق</dc:title>
  <dc:subject>KAGA Track Daily Report Template</dc:subject>
  <dc:creator>OpenAI</dc:creator>
  <cp:lastModifiedBy>Atheer ALthobiti</cp:lastModifiedBy>
  <cp:revision>5</cp:revision>
  <dcterms:created xsi:type="dcterms:W3CDTF">2026-06-04T19:50:48Z</dcterms:created>
  <dcterms:modified xsi:type="dcterms:W3CDTF">2026-06-07T21:22:37Z</dcterms:modified>
</cp:coreProperties>
</file>