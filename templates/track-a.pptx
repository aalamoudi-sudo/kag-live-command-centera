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9749"/>
    <p:restoredTop sz="94610"/>
  </p:normalViewPr>
  <p:slideViewPr>
    <p:cSldViewPr snapToGrid="0" snapToObjects="1">
      <p:cViewPr varScale="1">
        <p:scale>
          <a:sx n="111" d="100"/>
          <a:sy n="111" d="100"/>
        </p:scale>
        <p:origin x="904" y="2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6469011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ar-S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ar-S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ar-S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ar-S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ar-S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ar-S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ar-S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CDAEE59A-0F0F-2E43-325D-E9D6653347A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1" y="0"/>
            <a:ext cx="12191998" cy="686157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9A0F5DA8-27CB-6548-E63A-A977319A4194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5071" y="0"/>
            <a:ext cx="12181855" cy="686157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DA44D6-38D1-5C3C-5DA6-F45F485C54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  <a:endParaRPr lang="en-SA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55DC360-5031-1642-4A55-2345AAF6111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5071" y="0"/>
            <a:ext cx="12181855" cy="68615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0572232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079108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png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2468F8B6-CD09-81DB-05E7-D2A228E68795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rcRect/>
          <a:stretch/>
        </p:blipFill>
        <p:spPr>
          <a:xfrm>
            <a:off x="1" y="-4641"/>
            <a:ext cx="12183756" cy="6862641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828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594360"/>
            <a:ext cx="1005840" cy="265176"/>
          </a:xfrm>
          <a:prstGeom prst="roundRect">
            <a:avLst>
              <a:gd name="adj" fmla="val 17241"/>
            </a:avLst>
          </a:prstGeom>
          <a:solidFill>
            <a:srgbClr val="C9A24A"/>
          </a:solidFill>
          <a:ln w="12700">
            <a:solidFill>
              <a:srgbClr val="C9A24A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3" name="Text 1"/>
          <p:cNvSpPr/>
          <p:nvPr/>
        </p:nvSpPr>
        <p:spPr>
          <a:xfrm>
            <a:off x="594360" y="658368"/>
            <a:ext cx="950976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7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المسار ٠١</a:t>
            </a:r>
            <a:endParaRPr lang="en-US" sz="720" dirty="0"/>
          </a:p>
        </p:txBody>
      </p:sp>
      <p:sp>
        <p:nvSpPr>
          <p:cNvPr id="4" name="Text 2"/>
          <p:cNvSpPr/>
          <p:nvPr/>
        </p:nvSpPr>
        <p:spPr>
          <a:xfrm>
            <a:off x="2788920" y="1325880"/>
            <a:ext cx="8686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نموذج التقرير اليومي – التخطيط والتنسيق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2788920" y="214884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1500" b="1" dirty="0">
                <a:solidFill>
                  <a:srgbClr val="C9A24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مشروع افتتاح حدائق الملك عبدالله العالمية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337560" y="2311145"/>
            <a:ext cx="8092440" cy="47548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r" rtl="1">
              <a:buNone/>
            </a:pPr>
            <a:r>
              <a:rPr lang="en-US" sz="1280" dirty="0">
                <a:solidFill>
                  <a:srgbClr val="DDE8E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يرسل يومياً من مسؤول المسار إلى مدير مكتب إدارة المشروع لاستخدامه في إعداد التقرير اليومي الشامل.</a:t>
            </a:r>
            <a:endParaRPr lang="en-US" sz="1280" dirty="0"/>
          </a:p>
        </p:txBody>
      </p:sp>
      <p:sp>
        <p:nvSpPr>
          <p:cNvPr id="7" name="Text 5"/>
          <p:cNvSpPr/>
          <p:nvPr/>
        </p:nvSpPr>
        <p:spPr>
          <a:xfrm>
            <a:off x="4462272" y="2993519"/>
            <a:ext cx="6967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1010" b="1" dirty="0">
                <a:solidFill>
                  <a:srgbClr val="C9A24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نطاق تعبئة مسؤول المسار</a:t>
            </a:r>
            <a:endParaRPr lang="en-US" sz="1010" dirty="0"/>
          </a:p>
        </p:txBody>
      </p:sp>
      <p:sp>
        <p:nvSpPr>
          <p:cNvPr id="8" name="Shape 6"/>
          <p:cNvSpPr/>
          <p:nvPr/>
        </p:nvSpPr>
        <p:spPr>
          <a:xfrm>
            <a:off x="4462272" y="3267839"/>
            <a:ext cx="6967728" cy="0"/>
          </a:xfrm>
          <a:prstGeom prst="line">
            <a:avLst/>
          </a:prstGeom>
          <a:noFill/>
          <a:ln w="12700">
            <a:solidFill>
              <a:srgbClr val="C9A24A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9" name="Text 7"/>
          <p:cNvSpPr/>
          <p:nvPr/>
        </p:nvSpPr>
        <p:spPr>
          <a:xfrm>
            <a:off x="4983480" y="3308986"/>
            <a:ext cx="6446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920" dirty="0" err="1">
                <a:solidFill>
                  <a:schemeClr val="accent4">
                    <a:lumMod val="75000"/>
                  </a:schemeClr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الحوكمة</a:t>
            </a:r>
            <a:r>
              <a:rPr lang="en-US" sz="920" dirty="0">
                <a:solidFill>
                  <a:schemeClr val="accent4">
                    <a:lumMod val="75000"/>
                  </a:schemeClr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،</a:t>
            </a:r>
            <a:r>
              <a:rPr lang="en-US" sz="920" dirty="0" err="1">
                <a:solidFill>
                  <a:schemeClr val="accent4">
                    <a:lumMod val="75000"/>
                  </a:schemeClr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الجدول</a:t>
            </a:r>
            <a:r>
              <a:rPr lang="en-US" sz="920" dirty="0">
                <a:solidFill>
                  <a:schemeClr val="accent4">
                    <a:lumMod val="75000"/>
                  </a:schemeClr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</a:t>
            </a:r>
            <a:r>
              <a:rPr lang="en-US" sz="920" dirty="0" err="1">
                <a:solidFill>
                  <a:schemeClr val="accent4">
                    <a:lumMod val="75000"/>
                  </a:schemeClr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الزمني</a:t>
            </a:r>
            <a:r>
              <a:rPr lang="en-US" sz="920" dirty="0">
                <a:solidFill>
                  <a:schemeClr val="accent4">
                    <a:lumMod val="75000"/>
                  </a:schemeClr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،</a:t>
            </a:r>
            <a:r>
              <a:rPr lang="en-US" sz="920" dirty="0" err="1">
                <a:solidFill>
                  <a:schemeClr val="accent4">
                    <a:lumMod val="75000"/>
                  </a:schemeClr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الاعتمادات</a:t>
            </a:r>
            <a:r>
              <a:rPr lang="en-US" sz="920" dirty="0">
                <a:solidFill>
                  <a:schemeClr val="accent4">
                    <a:lumMod val="75000"/>
                  </a:schemeClr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،</a:t>
            </a:r>
            <a:r>
              <a:rPr lang="en-US" sz="920" dirty="0" err="1">
                <a:solidFill>
                  <a:schemeClr val="accent4">
                    <a:lumMod val="75000"/>
                  </a:schemeClr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التصاريح</a:t>
            </a:r>
            <a:r>
              <a:rPr lang="en-US" sz="920" dirty="0">
                <a:solidFill>
                  <a:schemeClr val="accent4">
                    <a:lumMod val="75000"/>
                  </a:schemeClr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،</a:t>
            </a:r>
            <a:r>
              <a:rPr lang="en-US" sz="920" dirty="0" err="1">
                <a:solidFill>
                  <a:schemeClr val="accent4">
                    <a:lumMod val="75000"/>
                  </a:schemeClr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المخاطر</a:t>
            </a:r>
            <a:r>
              <a:rPr lang="en-US" sz="920" dirty="0">
                <a:solidFill>
                  <a:schemeClr val="accent4">
                    <a:lumMod val="75000"/>
                  </a:schemeClr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،</a:t>
            </a:r>
            <a:r>
              <a:rPr lang="en-US" sz="920" dirty="0" err="1">
                <a:solidFill>
                  <a:schemeClr val="accent4">
                    <a:lumMod val="75000"/>
                  </a:schemeClr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التغيير</a:t>
            </a:r>
            <a:r>
              <a:rPr lang="en-US" sz="920" dirty="0">
                <a:solidFill>
                  <a:schemeClr val="accent4">
                    <a:lumMod val="75000"/>
                  </a:schemeClr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</a:t>
            </a:r>
            <a:r>
              <a:rPr lang="en-US" sz="920" dirty="0" err="1">
                <a:solidFill>
                  <a:schemeClr val="accent4">
                    <a:lumMod val="75000"/>
                  </a:schemeClr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والمواءمة</a:t>
            </a:r>
            <a:r>
              <a:rPr lang="en-US" sz="920" dirty="0">
                <a:solidFill>
                  <a:schemeClr val="accent4">
                    <a:lumMod val="75000"/>
                  </a:schemeClr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</a:t>
            </a:r>
            <a:r>
              <a:rPr lang="en-US" sz="920" dirty="0" err="1">
                <a:solidFill>
                  <a:schemeClr val="accent4">
                    <a:lumMod val="75000"/>
                  </a:schemeClr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مع</a:t>
            </a:r>
            <a:r>
              <a:rPr lang="en-US" sz="920" dirty="0">
                <a:solidFill>
                  <a:schemeClr val="accent4">
                    <a:lumMod val="75000"/>
                  </a:schemeClr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</a:t>
            </a:r>
            <a:r>
              <a:rPr lang="en-US" sz="920" dirty="0" err="1">
                <a:solidFill>
                  <a:schemeClr val="accent4">
                    <a:lumMod val="75000"/>
                  </a:schemeClr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أصحاب</a:t>
            </a:r>
            <a:r>
              <a:rPr lang="en-US" sz="920" dirty="0">
                <a:solidFill>
                  <a:schemeClr val="accent4">
                    <a:lumMod val="75000"/>
                  </a:schemeClr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</a:t>
            </a:r>
            <a:r>
              <a:rPr lang="en-US" sz="920" dirty="0" err="1">
                <a:solidFill>
                  <a:schemeClr val="accent4">
                    <a:lumMod val="75000"/>
                  </a:schemeClr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المصلحة</a:t>
            </a:r>
            <a:endParaRPr lang="en-US" sz="920" dirty="0">
              <a:solidFill>
                <a:schemeClr val="accent4">
                  <a:lumMod val="75000"/>
                </a:schemeClr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8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08283B"/>
          </a:solidFill>
          <a:ln w="12700">
            <a:solidFill>
              <a:srgbClr val="08283B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3" name="Shape 1"/>
          <p:cNvSpPr/>
          <p:nvPr/>
        </p:nvSpPr>
        <p:spPr>
          <a:xfrm>
            <a:off x="0" y="658368"/>
            <a:ext cx="12191695" cy="36576"/>
          </a:xfrm>
          <a:prstGeom prst="rect">
            <a:avLst/>
          </a:prstGeom>
          <a:solidFill>
            <a:srgbClr val="C9A24A"/>
          </a:solidFill>
          <a:ln w="12700">
            <a:solidFill>
              <a:srgbClr val="C9A24A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4" name="Text 2"/>
          <p:cNvSpPr/>
          <p:nvPr/>
        </p:nvSpPr>
        <p:spPr>
          <a:xfrm>
            <a:off x="411480" y="182880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740" b="1" dirty="0">
                <a:solidFill>
                  <a:srgbClr val="C9A24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تقرير يومي للمسار</a:t>
            </a:r>
            <a:endParaRPr lang="en-US" sz="740" dirty="0"/>
          </a:p>
        </p:txBody>
      </p:sp>
      <p:sp>
        <p:nvSpPr>
          <p:cNvPr id="5" name="Text 3"/>
          <p:cNvSpPr/>
          <p:nvPr/>
        </p:nvSpPr>
        <p:spPr>
          <a:xfrm>
            <a:off x="2788920" y="109728"/>
            <a:ext cx="9006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17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ملخص يومي لمسار التخطيط والتنسيق</a:t>
            </a:r>
            <a:endParaRPr lang="en-US" sz="1720" dirty="0"/>
          </a:p>
        </p:txBody>
      </p:sp>
      <p:sp>
        <p:nvSpPr>
          <p:cNvPr id="6" name="Text 4"/>
          <p:cNvSpPr/>
          <p:nvPr/>
        </p:nvSpPr>
        <p:spPr>
          <a:xfrm>
            <a:off x="630936" y="1078992"/>
            <a:ext cx="26243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1010" b="1" dirty="0">
                <a:solidFill>
                  <a:srgbClr val="C9A24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حالة المسار اليوم</a:t>
            </a:r>
            <a:endParaRPr lang="en-US" sz="1010" dirty="0"/>
          </a:p>
        </p:txBody>
      </p:sp>
      <p:sp>
        <p:nvSpPr>
          <p:cNvPr id="7" name="Shape 5"/>
          <p:cNvSpPr/>
          <p:nvPr/>
        </p:nvSpPr>
        <p:spPr>
          <a:xfrm>
            <a:off x="630936" y="1353312"/>
            <a:ext cx="2624328" cy="0"/>
          </a:xfrm>
          <a:prstGeom prst="line">
            <a:avLst/>
          </a:prstGeom>
          <a:noFill/>
          <a:ln w="12700">
            <a:solidFill>
              <a:srgbClr val="C9A24A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8" name="Shape 6"/>
          <p:cNvSpPr/>
          <p:nvPr/>
        </p:nvSpPr>
        <p:spPr>
          <a:xfrm>
            <a:off x="868680" y="1417320"/>
            <a:ext cx="594360" cy="265176"/>
          </a:xfrm>
          <a:prstGeom prst="roundRect">
            <a:avLst>
              <a:gd name="adj" fmla="val 17241"/>
            </a:avLst>
          </a:prstGeom>
          <a:solidFill>
            <a:srgbClr val="2FA65A"/>
          </a:solidFill>
          <a:ln w="12700">
            <a:solidFill>
              <a:srgbClr val="2FA65A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9" name="Text 7"/>
          <p:cNvSpPr/>
          <p:nvPr/>
        </p:nvSpPr>
        <p:spPr>
          <a:xfrm>
            <a:off x="896112" y="1481328"/>
            <a:ext cx="539496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7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أخضر</a:t>
            </a:r>
            <a:endParaRPr lang="en-US" sz="720" dirty="0"/>
          </a:p>
        </p:txBody>
      </p:sp>
      <p:sp>
        <p:nvSpPr>
          <p:cNvPr id="10" name="Shape 8"/>
          <p:cNvSpPr/>
          <p:nvPr/>
        </p:nvSpPr>
        <p:spPr>
          <a:xfrm>
            <a:off x="1554480" y="1417320"/>
            <a:ext cx="594360" cy="265176"/>
          </a:xfrm>
          <a:prstGeom prst="roundRect">
            <a:avLst>
              <a:gd name="adj" fmla="val 17241"/>
            </a:avLst>
          </a:prstGeom>
          <a:solidFill>
            <a:srgbClr val="F2C94C"/>
          </a:solidFill>
          <a:ln w="12700">
            <a:solidFill>
              <a:srgbClr val="F2C94C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11" name="Text 9"/>
          <p:cNvSpPr/>
          <p:nvPr/>
        </p:nvSpPr>
        <p:spPr>
          <a:xfrm>
            <a:off x="1581912" y="1481328"/>
            <a:ext cx="539496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720" b="1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أصفر</a:t>
            </a:r>
            <a:endParaRPr lang="en-US" sz="720" dirty="0"/>
          </a:p>
        </p:txBody>
      </p:sp>
      <p:sp>
        <p:nvSpPr>
          <p:cNvPr id="12" name="Shape 10"/>
          <p:cNvSpPr/>
          <p:nvPr/>
        </p:nvSpPr>
        <p:spPr>
          <a:xfrm>
            <a:off x="2240280" y="1417320"/>
            <a:ext cx="594360" cy="265176"/>
          </a:xfrm>
          <a:prstGeom prst="roundRect">
            <a:avLst>
              <a:gd name="adj" fmla="val 17241"/>
            </a:avLst>
          </a:prstGeom>
          <a:solidFill>
            <a:srgbClr val="D64D3F"/>
          </a:solidFill>
          <a:ln w="12700">
            <a:solidFill>
              <a:srgbClr val="D64D3F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13" name="Text 11"/>
          <p:cNvSpPr/>
          <p:nvPr/>
        </p:nvSpPr>
        <p:spPr>
          <a:xfrm>
            <a:off x="2267712" y="1481328"/>
            <a:ext cx="539496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7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أحمر</a:t>
            </a:r>
            <a:endParaRPr lang="en-US" sz="720" dirty="0"/>
          </a:p>
        </p:txBody>
      </p:sp>
      <p:sp>
        <p:nvSpPr>
          <p:cNvPr id="14" name="Text 12"/>
          <p:cNvSpPr/>
          <p:nvPr/>
        </p:nvSpPr>
        <p:spPr>
          <a:xfrm>
            <a:off x="804672" y="1828800"/>
            <a:ext cx="2057400" cy="3657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r" rtl="1">
              <a:buNone/>
            </a:pPr>
            <a:r>
              <a:rPr lang="en-US" sz="88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الحالة المختارة: أخضر/أصفر/أحمر</a:t>
            </a:r>
            <a:endParaRPr lang="en-US" sz="880" dirty="0"/>
          </a:p>
          <a:p>
            <a:pPr marL="0" indent="0" algn="r" rtl="1">
              <a:buNone/>
            </a:pPr>
            <a:r>
              <a:rPr lang="en-US" sz="88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نسبة إنجاز اليوم: ٪</a:t>
            </a:r>
            <a:endParaRPr lang="en-US" sz="880" dirty="0"/>
          </a:p>
        </p:txBody>
      </p:sp>
      <p:sp>
        <p:nvSpPr>
          <p:cNvPr id="15" name="Text 13"/>
          <p:cNvSpPr/>
          <p:nvPr/>
        </p:nvSpPr>
        <p:spPr>
          <a:xfrm>
            <a:off x="3739896" y="1078992"/>
            <a:ext cx="3538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1010" b="1" dirty="0">
                <a:solidFill>
                  <a:srgbClr val="2FA65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ملخص الإنجاز</a:t>
            </a:r>
            <a:endParaRPr lang="en-US" sz="1010" dirty="0"/>
          </a:p>
        </p:txBody>
      </p:sp>
      <p:sp>
        <p:nvSpPr>
          <p:cNvPr id="16" name="Shape 14"/>
          <p:cNvSpPr/>
          <p:nvPr/>
        </p:nvSpPr>
        <p:spPr>
          <a:xfrm>
            <a:off x="3739896" y="1353312"/>
            <a:ext cx="3538728" cy="0"/>
          </a:xfrm>
          <a:prstGeom prst="line">
            <a:avLst/>
          </a:prstGeom>
          <a:noFill/>
          <a:ln w="12700">
            <a:solidFill>
              <a:srgbClr val="2FA65A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17" name="Text 15"/>
          <p:cNvSpPr/>
          <p:nvPr/>
        </p:nvSpPr>
        <p:spPr>
          <a:xfrm>
            <a:off x="3913632" y="1389888"/>
            <a:ext cx="3017520" cy="6126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r" rtl="1">
              <a:buNone/>
            </a:pPr>
            <a:r>
              <a:rPr lang="en-US" sz="86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١ إنجاز رئيسي ١</a:t>
            </a:r>
            <a:endParaRPr lang="en-US" sz="860" dirty="0"/>
          </a:p>
          <a:p>
            <a:pPr marL="0" indent="0" algn="r" rtl="1">
              <a:buNone/>
            </a:pPr>
            <a:r>
              <a:rPr lang="en-US" sz="86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٢ إنجاز رئيسي ٢</a:t>
            </a:r>
            <a:endParaRPr lang="en-US" sz="860" dirty="0"/>
          </a:p>
          <a:p>
            <a:pPr marL="0" indent="0" algn="r" rtl="1">
              <a:buNone/>
            </a:pPr>
            <a:r>
              <a:rPr lang="en-US" sz="86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٣ إنجاز رئيسي ٣</a:t>
            </a:r>
            <a:endParaRPr lang="en-US" sz="860" dirty="0"/>
          </a:p>
        </p:txBody>
      </p:sp>
      <p:sp>
        <p:nvSpPr>
          <p:cNvPr id="18" name="Text 16"/>
          <p:cNvSpPr/>
          <p:nvPr/>
        </p:nvSpPr>
        <p:spPr>
          <a:xfrm>
            <a:off x="7763256" y="1078992"/>
            <a:ext cx="38130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1010" b="1" dirty="0">
                <a:solidFill>
                  <a:srgbClr val="D64D3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الدعم المطلوب من مكتب إدارة المشروع</a:t>
            </a:r>
            <a:endParaRPr lang="en-US" sz="1010" dirty="0"/>
          </a:p>
        </p:txBody>
      </p:sp>
      <p:sp>
        <p:nvSpPr>
          <p:cNvPr id="19" name="Shape 17"/>
          <p:cNvSpPr/>
          <p:nvPr/>
        </p:nvSpPr>
        <p:spPr>
          <a:xfrm>
            <a:off x="7763256" y="1353312"/>
            <a:ext cx="3813048" cy="0"/>
          </a:xfrm>
          <a:prstGeom prst="line">
            <a:avLst/>
          </a:prstGeom>
          <a:noFill/>
          <a:ln w="12700">
            <a:solidFill>
              <a:srgbClr val="D64D3F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20" name="Text 18"/>
          <p:cNvSpPr/>
          <p:nvPr/>
        </p:nvSpPr>
        <p:spPr>
          <a:xfrm>
            <a:off x="7955280" y="1444752"/>
            <a:ext cx="3154680" cy="502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r" rtl="1">
              <a:buNone/>
            </a:pPr>
            <a:r>
              <a:rPr lang="en-US" sz="88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قرار / اعتماد / تنسيق / تصعيد مطلوب</a:t>
            </a:r>
            <a:endParaRPr lang="en-US" sz="880" dirty="0"/>
          </a:p>
          <a:p>
            <a:pPr marL="0" indent="0" algn="r" rtl="1">
              <a:buNone/>
            </a:pPr>
            <a:r>
              <a:rPr lang="en-US" sz="88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آخر موعد: وقت / تاريخ</a:t>
            </a:r>
            <a:endParaRPr lang="en-US" sz="880" dirty="0"/>
          </a:p>
        </p:txBody>
      </p:sp>
      <p:sp>
        <p:nvSpPr>
          <p:cNvPr id="21" name="Text 19"/>
          <p:cNvSpPr/>
          <p:nvPr/>
        </p:nvSpPr>
        <p:spPr>
          <a:xfrm>
            <a:off x="630936" y="2862072"/>
            <a:ext cx="109453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1010" b="1" dirty="0">
                <a:solidFill>
                  <a:srgbClr val="C9A24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التحديث التفصيلي اليومي</a:t>
            </a:r>
            <a:endParaRPr lang="en-US" sz="1010" dirty="0"/>
          </a:p>
        </p:txBody>
      </p:sp>
      <p:sp>
        <p:nvSpPr>
          <p:cNvPr id="22" name="Shape 20"/>
          <p:cNvSpPr/>
          <p:nvPr/>
        </p:nvSpPr>
        <p:spPr>
          <a:xfrm>
            <a:off x="630936" y="3136392"/>
            <a:ext cx="10945368" cy="0"/>
          </a:xfrm>
          <a:prstGeom prst="line">
            <a:avLst/>
          </a:prstGeom>
          <a:noFill/>
          <a:ln w="12700">
            <a:solidFill>
              <a:srgbClr val="C9A24A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23" name="Shape 21"/>
          <p:cNvSpPr/>
          <p:nvPr/>
        </p:nvSpPr>
        <p:spPr>
          <a:xfrm>
            <a:off x="777240" y="3310128"/>
            <a:ext cx="1325880" cy="292608"/>
          </a:xfrm>
          <a:prstGeom prst="rect">
            <a:avLst/>
          </a:prstGeom>
          <a:solidFill>
            <a:srgbClr val="C9A24A"/>
          </a:solidFill>
          <a:ln w="4445">
            <a:solidFill>
              <a:srgbClr val="FFFFFF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24" name="Text 22"/>
          <p:cNvSpPr/>
          <p:nvPr/>
        </p:nvSpPr>
        <p:spPr>
          <a:xfrm>
            <a:off x="804672" y="3360420"/>
            <a:ext cx="127101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71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ملاحظات</a:t>
            </a:r>
            <a:endParaRPr lang="en-US" sz="710" dirty="0"/>
          </a:p>
        </p:txBody>
      </p:sp>
      <p:sp>
        <p:nvSpPr>
          <p:cNvPr id="25" name="Shape 23"/>
          <p:cNvSpPr/>
          <p:nvPr/>
        </p:nvSpPr>
        <p:spPr>
          <a:xfrm>
            <a:off x="2103120" y="3310128"/>
            <a:ext cx="1874520" cy="292608"/>
          </a:xfrm>
          <a:prstGeom prst="rect">
            <a:avLst/>
          </a:prstGeom>
          <a:solidFill>
            <a:srgbClr val="C9A24A"/>
          </a:solidFill>
          <a:ln w="4445">
            <a:solidFill>
              <a:srgbClr val="FFFFFF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26" name="Text 24"/>
          <p:cNvSpPr/>
          <p:nvPr/>
        </p:nvSpPr>
        <p:spPr>
          <a:xfrm>
            <a:off x="2130552" y="3360420"/>
            <a:ext cx="181965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71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الحالة</a:t>
            </a:r>
            <a:endParaRPr lang="en-US" sz="710" dirty="0"/>
          </a:p>
        </p:txBody>
      </p:sp>
      <p:sp>
        <p:nvSpPr>
          <p:cNvPr id="27" name="Shape 25"/>
          <p:cNvSpPr/>
          <p:nvPr/>
        </p:nvSpPr>
        <p:spPr>
          <a:xfrm>
            <a:off x="3977640" y="3310128"/>
            <a:ext cx="1874520" cy="292608"/>
          </a:xfrm>
          <a:prstGeom prst="rect">
            <a:avLst/>
          </a:prstGeom>
          <a:solidFill>
            <a:srgbClr val="C9A24A"/>
          </a:solidFill>
          <a:ln w="4445">
            <a:solidFill>
              <a:srgbClr val="FFFFFF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28" name="Text 26"/>
          <p:cNvSpPr/>
          <p:nvPr/>
        </p:nvSpPr>
        <p:spPr>
          <a:xfrm>
            <a:off x="4005072" y="3360420"/>
            <a:ext cx="181965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71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غداً</a:t>
            </a:r>
            <a:endParaRPr lang="en-US" sz="710" dirty="0"/>
          </a:p>
        </p:txBody>
      </p:sp>
      <p:sp>
        <p:nvSpPr>
          <p:cNvPr id="29" name="Shape 27"/>
          <p:cNvSpPr/>
          <p:nvPr/>
        </p:nvSpPr>
        <p:spPr>
          <a:xfrm>
            <a:off x="5852160" y="3310128"/>
            <a:ext cx="1874520" cy="292608"/>
          </a:xfrm>
          <a:prstGeom prst="rect">
            <a:avLst/>
          </a:prstGeom>
          <a:solidFill>
            <a:srgbClr val="C9A24A"/>
          </a:solidFill>
          <a:ln w="4445">
            <a:solidFill>
              <a:srgbClr val="FFFFFF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30" name="Text 28"/>
          <p:cNvSpPr/>
          <p:nvPr/>
        </p:nvSpPr>
        <p:spPr>
          <a:xfrm>
            <a:off x="5879592" y="3360420"/>
            <a:ext cx="181965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71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اليوم</a:t>
            </a:r>
            <a:endParaRPr lang="en-US" sz="710" dirty="0"/>
          </a:p>
        </p:txBody>
      </p:sp>
      <p:sp>
        <p:nvSpPr>
          <p:cNvPr id="31" name="Shape 29"/>
          <p:cNvSpPr/>
          <p:nvPr/>
        </p:nvSpPr>
        <p:spPr>
          <a:xfrm>
            <a:off x="7726680" y="3310128"/>
            <a:ext cx="914400" cy="292608"/>
          </a:xfrm>
          <a:prstGeom prst="rect">
            <a:avLst/>
          </a:prstGeom>
          <a:solidFill>
            <a:srgbClr val="C9A24A"/>
          </a:solidFill>
          <a:ln w="4445">
            <a:solidFill>
              <a:srgbClr val="FFFFFF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32" name="Text 30"/>
          <p:cNvSpPr/>
          <p:nvPr/>
        </p:nvSpPr>
        <p:spPr>
          <a:xfrm>
            <a:off x="7754112" y="3360420"/>
            <a:ext cx="85953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71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أمس</a:t>
            </a:r>
            <a:endParaRPr lang="en-US" sz="710" dirty="0"/>
          </a:p>
        </p:txBody>
      </p:sp>
      <p:sp>
        <p:nvSpPr>
          <p:cNvPr id="33" name="Shape 31"/>
          <p:cNvSpPr/>
          <p:nvPr/>
        </p:nvSpPr>
        <p:spPr>
          <a:xfrm>
            <a:off x="8641080" y="3310128"/>
            <a:ext cx="2148840" cy="292608"/>
          </a:xfrm>
          <a:prstGeom prst="rect">
            <a:avLst/>
          </a:prstGeom>
          <a:solidFill>
            <a:srgbClr val="C9A24A"/>
          </a:solidFill>
          <a:ln w="4445">
            <a:solidFill>
              <a:srgbClr val="FFFFFF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34" name="Text 32"/>
          <p:cNvSpPr/>
          <p:nvPr/>
        </p:nvSpPr>
        <p:spPr>
          <a:xfrm>
            <a:off x="8668512" y="3360420"/>
            <a:ext cx="20939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71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البند</a:t>
            </a:r>
            <a:endParaRPr lang="en-US" sz="710" dirty="0"/>
          </a:p>
        </p:txBody>
      </p:sp>
      <p:sp>
        <p:nvSpPr>
          <p:cNvPr id="35" name="Shape 33"/>
          <p:cNvSpPr/>
          <p:nvPr/>
        </p:nvSpPr>
        <p:spPr>
          <a:xfrm>
            <a:off x="777240" y="3602736"/>
            <a:ext cx="1325880" cy="384048"/>
          </a:xfrm>
          <a:prstGeom prst="rect">
            <a:avLst/>
          </a:prstGeom>
          <a:solidFill>
            <a:srgbClr val="FFFFFF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36" name="Text 34"/>
          <p:cNvSpPr/>
          <p:nvPr/>
        </p:nvSpPr>
        <p:spPr>
          <a:xfrm>
            <a:off x="809244" y="3648456"/>
            <a:ext cx="1261872" cy="292608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8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حر</a:t>
            </a:r>
            <a:endParaRPr lang="en-US" sz="680" dirty="0"/>
          </a:p>
        </p:txBody>
      </p:sp>
      <p:sp>
        <p:nvSpPr>
          <p:cNvPr id="37" name="Shape 35"/>
          <p:cNvSpPr/>
          <p:nvPr/>
        </p:nvSpPr>
        <p:spPr>
          <a:xfrm>
            <a:off x="2103120" y="3602736"/>
            <a:ext cx="1874520" cy="384048"/>
          </a:xfrm>
          <a:prstGeom prst="rect">
            <a:avLst/>
          </a:prstGeom>
          <a:solidFill>
            <a:srgbClr val="FFFFFF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38" name="Text 36"/>
          <p:cNvSpPr/>
          <p:nvPr/>
        </p:nvSpPr>
        <p:spPr>
          <a:xfrm>
            <a:off x="2135124" y="3648456"/>
            <a:ext cx="1810512" cy="292608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8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أ/أص/ح</a:t>
            </a:r>
            <a:endParaRPr lang="en-US" sz="680" dirty="0"/>
          </a:p>
        </p:txBody>
      </p:sp>
      <p:sp>
        <p:nvSpPr>
          <p:cNvPr id="39" name="Shape 37"/>
          <p:cNvSpPr/>
          <p:nvPr/>
        </p:nvSpPr>
        <p:spPr>
          <a:xfrm>
            <a:off x="3977640" y="3602736"/>
            <a:ext cx="1874520" cy="384048"/>
          </a:xfrm>
          <a:prstGeom prst="rect">
            <a:avLst/>
          </a:prstGeom>
          <a:solidFill>
            <a:srgbClr val="FFFFFF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40" name="Text 38"/>
          <p:cNvSpPr/>
          <p:nvPr/>
        </p:nvSpPr>
        <p:spPr>
          <a:xfrm>
            <a:off x="4009644" y="3648456"/>
            <a:ext cx="1810512" cy="292608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8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مخطط</a:t>
            </a:r>
            <a:endParaRPr lang="en-US" sz="680" dirty="0"/>
          </a:p>
        </p:txBody>
      </p:sp>
      <p:sp>
        <p:nvSpPr>
          <p:cNvPr id="41" name="Shape 39"/>
          <p:cNvSpPr/>
          <p:nvPr/>
        </p:nvSpPr>
        <p:spPr>
          <a:xfrm>
            <a:off x="5852160" y="3602736"/>
            <a:ext cx="1874520" cy="384048"/>
          </a:xfrm>
          <a:prstGeom prst="rect">
            <a:avLst/>
          </a:prstGeom>
          <a:solidFill>
            <a:srgbClr val="FFFFFF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42" name="Text 40"/>
          <p:cNvSpPr/>
          <p:nvPr/>
        </p:nvSpPr>
        <p:spPr>
          <a:xfrm>
            <a:off x="5884164" y="3648456"/>
            <a:ext cx="1810512" cy="292608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8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قيد التنفيذ</a:t>
            </a:r>
            <a:endParaRPr lang="en-US" sz="680" dirty="0"/>
          </a:p>
        </p:txBody>
      </p:sp>
      <p:sp>
        <p:nvSpPr>
          <p:cNvPr id="43" name="Shape 41"/>
          <p:cNvSpPr/>
          <p:nvPr/>
        </p:nvSpPr>
        <p:spPr>
          <a:xfrm>
            <a:off x="7726680" y="3602736"/>
            <a:ext cx="914400" cy="384048"/>
          </a:xfrm>
          <a:prstGeom prst="rect">
            <a:avLst/>
          </a:prstGeom>
          <a:solidFill>
            <a:srgbClr val="FFFFFF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44" name="Text 42"/>
          <p:cNvSpPr/>
          <p:nvPr/>
        </p:nvSpPr>
        <p:spPr>
          <a:xfrm>
            <a:off x="7758684" y="3648456"/>
            <a:ext cx="850392" cy="292608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8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منجز</a:t>
            </a:r>
            <a:endParaRPr lang="en-US" sz="680" dirty="0"/>
          </a:p>
        </p:txBody>
      </p:sp>
      <p:sp>
        <p:nvSpPr>
          <p:cNvPr id="45" name="Shape 43"/>
          <p:cNvSpPr/>
          <p:nvPr/>
        </p:nvSpPr>
        <p:spPr>
          <a:xfrm>
            <a:off x="8641080" y="3602736"/>
            <a:ext cx="2148840" cy="384048"/>
          </a:xfrm>
          <a:prstGeom prst="rect">
            <a:avLst/>
          </a:prstGeom>
          <a:solidFill>
            <a:srgbClr val="FFFFFF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46" name="Text 44"/>
          <p:cNvSpPr/>
          <p:nvPr/>
        </p:nvSpPr>
        <p:spPr>
          <a:xfrm>
            <a:off x="8673084" y="3648456"/>
            <a:ext cx="2084832" cy="292608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8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أنشطة رئيسية</a:t>
            </a:r>
            <a:endParaRPr lang="en-US" sz="680" dirty="0"/>
          </a:p>
        </p:txBody>
      </p:sp>
      <p:sp>
        <p:nvSpPr>
          <p:cNvPr id="47" name="Shape 45"/>
          <p:cNvSpPr/>
          <p:nvPr/>
        </p:nvSpPr>
        <p:spPr>
          <a:xfrm>
            <a:off x="777240" y="3986784"/>
            <a:ext cx="1325880" cy="384048"/>
          </a:xfrm>
          <a:prstGeom prst="rect">
            <a:avLst/>
          </a:prstGeom>
          <a:solidFill>
            <a:srgbClr val="F7FAFA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48" name="Text 46"/>
          <p:cNvSpPr/>
          <p:nvPr/>
        </p:nvSpPr>
        <p:spPr>
          <a:xfrm>
            <a:off x="809244" y="4032504"/>
            <a:ext cx="1261872" cy="292608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8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حر</a:t>
            </a:r>
            <a:endParaRPr lang="en-US" sz="680" dirty="0"/>
          </a:p>
        </p:txBody>
      </p:sp>
      <p:sp>
        <p:nvSpPr>
          <p:cNvPr id="49" name="Shape 47"/>
          <p:cNvSpPr/>
          <p:nvPr/>
        </p:nvSpPr>
        <p:spPr>
          <a:xfrm>
            <a:off x="2103120" y="3986784"/>
            <a:ext cx="1874520" cy="384048"/>
          </a:xfrm>
          <a:prstGeom prst="rect">
            <a:avLst/>
          </a:prstGeom>
          <a:solidFill>
            <a:srgbClr val="F7FAFA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50" name="Text 48"/>
          <p:cNvSpPr/>
          <p:nvPr/>
        </p:nvSpPr>
        <p:spPr>
          <a:xfrm>
            <a:off x="2135124" y="4032504"/>
            <a:ext cx="1810512" cy="292608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8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أ/أص/ح</a:t>
            </a:r>
            <a:endParaRPr lang="en-US" sz="680" dirty="0"/>
          </a:p>
        </p:txBody>
      </p:sp>
      <p:sp>
        <p:nvSpPr>
          <p:cNvPr id="51" name="Shape 49"/>
          <p:cNvSpPr/>
          <p:nvPr/>
        </p:nvSpPr>
        <p:spPr>
          <a:xfrm>
            <a:off x="3977640" y="3986784"/>
            <a:ext cx="1874520" cy="384048"/>
          </a:xfrm>
          <a:prstGeom prst="rect">
            <a:avLst/>
          </a:prstGeom>
          <a:solidFill>
            <a:srgbClr val="F7FAFA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52" name="Text 50"/>
          <p:cNvSpPr/>
          <p:nvPr/>
        </p:nvSpPr>
        <p:spPr>
          <a:xfrm>
            <a:off x="4009644" y="4032504"/>
            <a:ext cx="1810512" cy="292608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8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مخطط</a:t>
            </a:r>
            <a:endParaRPr lang="en-US" sz="680" dirty="0"/>
          </a:p>
        </p:txBody>
      </p:sp>
      <p:sp>
        <p:nvSpPr>
          <p:cNvPr id="53" name="Shape 51"/>
          <p:cNvSpPr/>
          <p:nvPr/>
        </p:nvSpPr>
        <p:spPr>
          <a:xfrm>
            <a:off x="5852160" y="3986784"/>
            <a:ext cx="1874520" cy="384048"/>
          </a:xfrm>
          <a:prstGeom prst="rect">
            <a:avLst/>
          </a:prstGeom>
          <a:solidFill>
            <a:srgbClr val="F7FAFA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54" name="Text 52"/>
          <p:cNvSpPr/>
          <p:nvPr/>
        </p:nvSpPr>
        <p:spPr>
          <a:xfrm>
            <a:off x="5884164" y="4032504"/>
            <a:ext cx="1810512" cy="292608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8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قيد التنفيذ</a:t>
            </a:r>
            <a:endParaRPr lang="en-US" sz="680" dirty="0"/>
          </a:p>
        </p:txBody>
      </p:sp>
      <p:sp>
        <p:nvSpPr>
          <p:cNvPr id="55" name="Shape 53"/>
          <p:cNvSpPr/>
          <p:nvPr/>
        </p:nvSpPr>
        <p:spPr>
          <a:xfrm>
            <a:off x="7726680" y="3986784"/>
            <a:ext cx="914400" cy="384048"/>
          </a:xfrm>
          <a:prstGeom prst="rect">
            <a:avLst/>
          </a:prstGeom>
          <a:solidFill>
            <a:srgbClr val="F7FAFA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56" name="Text 54"/>
          <p:cNvSpPr/>
          <p:nvPr/>
        </p:nvSpPr>
        <p:spPr>
          <a:xfrm>
            <a:off x="7758684" y="4032504"/>
            <a:ext cx="850392" cy="292608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8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منجز</a:t>
            </a:r>
            <a:endParaRPr lang="en-US" sz="680" dirty="0"/>
          </a:p>
        </p:txBody>
      </p:sp>
      <p:sp>
        <p:nvSpPr>
          <p:cNvPr id="57" name="Shape 55"/>
          <p:cNvSpPr/>
          <p:nvPr/>
        </p:nvSpPr>
        <p:spPr>
          <a:xfrm>
            <a:off x="8641080" y="3986784"/>
            <a:ext cx="2148840" cy="384048"/>
          </a:xfrm>
          <a:prstGeom prst="rect">
            <a:avLst/>
          </a:prstGeom>
          <a:solidFill>
            <a:srgbClr val="F7FAFA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58" name="Text 56"/>
          <p:cNvSpPr/>
          <p:nvPr/>
        </p:nvSpPr>
        <p:spPr>
          <a:xfrm>
            <a:off x="8673084" y="4032504"/>
            <a:ext cx="2084832" cy="292608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8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مخرجات/اعتمادات</a:t>
            </a:r>
            <a:endParaRPr lang="en-US" sz="680" dirty="0"/>
          </a:p>
        </p:txBody>
      </p:sp>
      <p:sp>
        <p:nvSpPr>
          <p:cNvPr id="59" name="Shape 57"/>
          <p:cNvSpPr/>
          <p:nvPr/>
        </p:nvSpPr>
        <p:spPr>
          <a:xfrm>
            <a:off x="777240" y="4370832"/>
            <a:ext cx="1325880" cy="384048"/>
          </a:xfrm>
          <a:prstGeom prst="rect">
            <a:avLst/>
          </a:prstGeom>
          <a:solidFill>
            <a:srgbClr val="FFFFFF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60" name="Text 58"/>
          <p:cNvSpPr/>
          <p:nvPr/>
        </p:nvSpPr>
        <p:spPr>
          <a:xfrm>
            <a:off x="809244" y="4416552"/>
            <a:ext cx="1261872" cy="292608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8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حر</a:t>
            </a:r>
            <a:endParaRPr lang="en-US" sz="680" dirty="0"/>
          </a:p>
        </p:txBody>
      </p:sp>
      <p:sp>
        <p:nvSpPr>
          <p:cNvPr id="61" name="Shape 59"/>
          <p:cNvSpPr/>
          <p:nvPr/>
        </p:nvSpPr>
        <p:spPr>
          <a:xfrm>
            <a:off x="2103120" y="4370832"/>
            <a:ext cx="1874520" cy="384048"/>
          </a:xfrm>
          <a:prstGeom prst="rect">
            <a:avLst/>
          </a:prstGeom>
          <a:solidFill>
            <a:srgbClr val="FFFFFF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62" name="Text 60"/>
          <p:cNvSpPr/>
          <p:nvPr/>
        </p:nvSpPr>
        <p:spPr>
          <a:xfrm>
            <a:off x="2135124" y="4416552"/>
            <a:ext cx="1810512" cy="292608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8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أ/أص/ح</a:t>
            </a:r>
            <a:endParaRPr lang="en-US" sz="680" dirty="0"/>
          </a:p>
        </p:txBody>
      </p:sp>
      <p:sp>
        <p:nvSpPr>
          <p:cNvPr id="63" name="Shape 61"/>
          <p:cNvSpPr/>
          <p:nvPr/>
        </p:nvSpPr>
        <p:spPr>
          <a:xfrm>
            <a:off x="3977640" y="4370832"/>
            <a:ext cx="1874520" cy="384048"/>
          </a:xfrm>
          <a:prstGeom prst="rect">
            <a:avLst/>
          </a:prstGeom>
          <a:solidFill>
            <a:srgbClr val="FFFFFF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64" name="Text 62"/>
          <p:cNvSpPr/>
          <p:nvPr/>
        </p:nvSpPr>
        <p:spPr>
          <a:xfrm>
            <a:off x="4009644" y="4416552"/>
            <a:ext cx="1810512" cy="292608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8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مخطط</a:t>
            </a:r>
            <a:endParaRPr lang="en-US" sz="680" dirty="0"/>
          </a:p>
        </p:txBody>
      </p:sp>
      <p:sp>
        <p:nvSpPr>
          <p:cNvPr id="65" name="Shape 63"/>
          <p:cNvSpPr/>
          <p:nvPr/>
        </p:nvSpPr>
        <p:spPr>
          <a:xfrm>
            <a:off x="5852160" y="4370832"/>
            <a:ext cx="1874520" cy="384048"/>
          </a:xfrm>
          <a:prstGeom prst="rect">
            <a:avLst/>
          </a:prstGeom>
          <a:solidFill>
            <a:srgbClr val="FFFFFF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66" name="Text 64"/>
          <p:cNvSpPr/>
          <p:nvPr/>
        </p:nvSpPr>
        <p:spPr>
          <a:xfrm>
            <a:off x="5884164" y="4416552"/>
            <a:ext cx="1810512" cy="292608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8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قيد التنفيذ</a:t>
            </a:r>
            <a:endParaRPr lang="en-US" sz="680" dirty="0"/>
          </a:p>
        </p:txBody>
      </p:sp>
      <p:sp>
        <p:nvSpPr>
          <p:cNvPr id="67" name="Shape 65"/>
          <p:cNvSpPr/>
          <p:nvPr/>
        </p:nvSpPr>
        <p:spPr>
          <a:xfrm>
            <a:off x="7726680" y="4370832"/>
            <a:ext cx="914400" cy="384048"/>
          </a:xfrm>
          <a:prstGeom prst="rect">
            <a:avLst/>
          </a:prstGeom>
          <a:solidFill>
            <a:srgbClr val="FFFFFF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68" name="Text 66"/>
          <p:cNvSpPr/>
          <p:nvPr/>
        </p:nvSpPr>
        <p:spPr>
          <a:xfrm>
            <a:off x="7758684" y="4416552"/>
            <a:ext cx="850392" cy="292608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8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منجز</a:t>
            </a:r>
            <a:endParaRPr lang="en-US" sz="680" dirty="0"/>
          </a:p>
        </p:txBody>
      </p:sp>
      <p:sp>
        <p:nvSpPr>
          <p:cNvPr id="69" name="Shape 67"/>
          <p:cNvSpPr/>
          <p:nvPr/>
        </p:nvSpPr>
        <p:spPr>
          <a:xfrm>
            <a:off x="8641080" y="4370832"/>
            <a:ext cx="2148840" cy="384048"/>
          </a:xfrm>
          <a:prstGeom prst="rect">
            <a:avLst/>
          </a:prstGeom>
          <a:solidFill>
            <a:srgbClr val="FFFFFF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70" name="Text 68"/>
          <p:cNvSpPr/>
          <p:nvPr/>
        </p:nvSpPr>
        <p:spPr>
          <a:xfrm>
            <a:off x="8673084" y="4416552"/>
            <a:ext cx="2084832" cy="292608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8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تنسيق مع جهات</a:t>
            </a:r>
            <a:endParaRPr lang="en-US" sz="680" dirty="0"/>
          </a:p>
        </p:txBody>
      </p:sp>
      <p:sp>
        <p:nvSpPr>
          <p:cNvPr id="71" name="Shape 69"/>
          <p:cNvSpPr/>
          <p:nvPr/>
        </p:nvSpPr>
        <p:spPr>
          <a:xfrm>
            <a:off x="777240" y="4754880"/>
            <a:ext cx="1325880" cy="384048"/>
          </a:xfrm>
          <a:prstGeom prst="rect">
            <a:avLst/>
          </a:prstGeom>
          <a:solidFill>
            <a:srgbClr val="F7FAFA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72" name="Text 70"/>
          <p:cNvSpPr/>
          <p:nvPr/>
        </p:nvSpPr>
        <p:spPr>
          <a:xfrm>
            <a:off x="809244" y="4800600"/>
            <a:ext cx="1261872" cy="292608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8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حر</a:t>
            </a:r>
            <a:endParaRPr lang="en-US" sz="680" dirty="0"/>
          </a:p>
        </p:txBody>
      </p:sp>
      <p:sp>
        <p:nvSpPr>
          <p:cNvPr id="73" name="Shape 71"/>
          <p:cNvSpPr/>
          <p:nvPr/>
        </p:nvSpPr>
        <p:spPr>
          <a:xfrm>
            <a:off x="2103120" y="4754880"/>
            <a:ext cx="1874520" cy="384048"/>
          </a:xfrm>
          <a:prstGeom prst="rect">
            <a:avLst/>
          </a:prstGeom>
          <a:solidFill>
            <a:srgbClr val="F7FAFA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74" name="Text 72"/>
          <p:cNvSpPr/>
          <p:nvPr/>
        </p:nvSpPr>
        <p:spPr>
          <a:xfrm>
            <a:off x="2135124" y="4800600"/>
            <a:ext cx="1810512" cy="292608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8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أ/أص/ح</a:t>
            </a:r>
            <a:endParaRPr lang="en-US" sz="680" dirty="0"/>
          </a:p>
        </p:txBody>
      </p:sp>
      <p:sp>
        <p:nvSpPr>
          <p:cNvPr id="75" name="Shape 73"/>
          <p:cNvSpPr/>
          <p:nvPr/>
        </p:nvSpPr>
        <p:spPr>
          <a:xfrm>
            <a:off x="3977640" y="4754880"/>
            <a:ext cx="1874520" cy="384048"/>
          </a:xfrm>
          <a:prstGeom prst="rect">
            <a:avLst/>
          </a:prstGeom>
          <a:solidFill>
            <a:srgbClr val="F7FAFA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76" name="Text 74"/>
          <p:cNvSpPr/>
          <p:nvPr/>
        </p:nvSpPr>
        <p:spPr>
          <a:xfrm>
            <a:off x="4009644" y="4800600"/>
            <a:ext cx="1810512" cy="292608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8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مخطط</a:t>
            </a:r>
            <a:endParaRPr lang="en-US" sz="680" dirty="0"/>
          </a:p>
        </p:txBody>
      </p:sp>
      <p:sp>
        <p:nvSpPr>
          <p:cNvPr id="77" name="Shape 75"/>
          <p:cNvSpPr/>
          <p:nvPr/>
        </p:nvSpPr>
        <p:spPr>
          <a:xfrm>
            <a:off x="5852160" y="4754880"/>
            <a:ext cx="1874520" cy="384048"/>
          </a:xfrm>
          <a:prstGeom prst="rect">
            <a:avLst/>
          </a:prstGeom>
          <a:solidFill>
            <a:srgbClr val="F7FAFA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78" name="Text 76"/>
          <p:cNvSpPr/>
          <p:nvPr/>
        </p:nvSpPr>
        <p:spPr>
          <a:xfrm>
            <a:off x="5884164" y="4800600"/>
            <a:ext cx="1810512" cy="292608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8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قيد التنفيذ</a:t>
            </a:r>
            <a:endParaRPr lang="en-US" sz="680" dirty="0"/>
          </a:p>
        </p:txBody>
      </p:sp>
      <p:sp>
        <p:nvSpPr>
          <p:cNvPr id="79" name="Shape 77"/>
          <p:cNvSpPr/>
          <p:nvPr/>
        </p:nvSpPr>
        <p:spPr>
          <a:xfrm>
            <a:off x="7726680" y="4754880"/>
            <a:ext cx="914400" cy="384048"/>
          </a:xfrm>
          <a:prstGeom prst="rect">
            <a:avLst/>
          </a:prstGeom>
          <a:solidFill>
            <a:srgbClr val="F7FAFA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80" name="Text 78"/>
          <p:cNvSpPr/>
          <p:nvPr/>
        </p:nvSpPr>
        <p:spPr>
          <a:xfrm>
            <a:off x="7758684" y="4800600"/>
            <a:ext cx="850392" cy="292608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8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منجز</a:t>
            </a:r>
            <a:endParaRPr lang="en-US" sz="680" dirty="0"/>
          </a:p>
        </p:txBody>
      </p:sp>
      <p:sp>
        <p:nvSpPr>
          <p:cNvPr id="81" name="Shape 79"/>
          <p:cNvSpPr/>
          <p:nvPr/>
        </p:nvSpPr>
        <p:spPr>
          <a:xfrm>
            <a:off x="8641080" y="4754880"/>
            <a:ext cx="2148840" cy="384048"/>
          </a:xfrm>
          <a:prstGeom prst="rect">
            <a:avLst/>
          </a:prstGeom>
          <a:solidFill>
            <a:srgbClr val="F7FAFA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82" name="Text 80"/>
          <p:cNvSpPr/>
          <p:nvPr/>
        </p:nvSpPr>
        <p:spPr>
          <a:xfrm>
            <a:off x="8673084" y="4800600"/>
            <a:ext cx="2084832" cy="292608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8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موردين/أطراف</a:t>
            </a:r>
            <a:endParaRPr lang="en-US" sz="68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8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08283B"/>
          </a:solidFill>
          <a:ln w="12700">
            <a:solidFill>
              <a:srgbClr val="08283B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3" name="Shape 1"/>
          <p:cNvSpPr/>
          <p:nvPr/>
        </p:nvSpPr>
        <p:spPr>
          <a:xfrm>
            <a:off x="0" y="658368"/>
            <a:ext cx="12191695" cy="36576"/>
          </a:xfrm>
          <a:prstGeom prst="rect">
            <a:avLst/>
          </a:prstGeom>
          <a:solidFill>
            <a:srgbClr val="C9A24A"/>
          </a:solidFill>
          <a:ln w="12700">
            <a:solidFill>
              <a:srgbClr val="C9A24A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4" name="Text 2"/>
          <p:cNvSpPr/>
          <p:nvPr/>
        </p:nvSpPr>
        <p:spPr>
          <a:xfrm>
            <a:off x="411480" y="182880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740" b="1" dirty="0">
                <a:solidFill>
                  <a:srgbClr val="C9A24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تقرير يومي للمسار</a:t>
            </a:r>
            <a:endParaRPr lang="en-US" sz="740" dirty="0"/>
          </a:p>
        </p:txBody>
      </p:sp>
      <p:sp>
        <p:nvSpPr>
          <p:cNvPr id="5" name="Text 3"/>
          <p:cNvSpPr/>
          <p:nvPr/>
        </p:nvSpPr>
        <p:spPr>
          <a:xfrm>
            <a:off x="2788920" y="109728"/>
            <a:ext cx="9006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17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تفاصيل الأنشطة اليومية</a:t>
            </a:r>
            <a:endParaRPr lang="en-US" sz="1720" dirty="0"/>
          </a:p>
        </p:txBody>
      </p:sp>
      <p:sp>
        <p:nvSpPr>
          <p:cNvPr id="6" name="Text 4"/>
          <p:cNvSpPr/>
          <p:nvPr/>
        </p:nvSpPr>
        <p:spPr>
          <a:xfrm>
            <a:off x="630936" y="1078992"/>
            <a:ext cx="109453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1010" b="1" dirty="0">
                <a:solidFill>
                  <a:srgbClr val="C9A24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قائمة أعمال المسار اليومية</a:t>
            </a:r>
            <a:endParaRPr lang="en-US" sz="1010" dirty="0"/>
          </a:p>
        </p:txBody>
      </p:sp>
      <p:sp>
        <p:nvSpPr>
          <p:cNvPr id="7" name="Shape 5"/>
          <p:cNvSpPr/>
          <p:nvPr/>
        </p:nvSpPr>
        <p:spPr>
          <a:xfrm>
            <a:off x="630936" y="1353312"/>
            <a:ext cx="10945368" cy="0"/>
          </a:xfrm>
          <a:prstGeom prst="line">
            <a:avLst/>
          </a:prstGeom>
          <a:noFill/>
          <a:ln w="12700">
            <a:solidFill>
              <a:srgbClr val="C9A24A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8" name="Shape 6"/>
          <p:cNvSpPr/>
          <p:nvPr/>
        </p:nvSpPr>
        <p:spPr>
          <a:xfrm>
            <a:off x="777240" y="1481328"/>
            <a:ext cx="438912" cy="292608"/>
          </a:xfrm>
          <a:prstGeom prst="rect">
            <a:avLst/>
          </a:prstGeom>
          <a:solidFill>
            <a:srgbClr val="C9A24A"/>
          </a:solidFill>
          <a:ln w="4445">
            <a:solidFill>
              <a:srgbClr val="FFFFFF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9" name="Text 7"/>
          <p:cNvSpPr/>
          <p:nvPr/>
        </p:nvSpPr>
        <p:spPr>
          <a:xfrm>
            <a:off x="804672" y="1531620"/>
            <a:ext cx="35661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6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الاعتماد/الدليل</a:t>
            </a:r>
            <a:endParaRPr lang="en-US" sz="600" dirty="0"/>
          </a:p>
        </p:txBody>
      </p:sp>
      <p:sp>
        <p:nvSpPr>
          <p:cNvPr id="10" name="Shape 8"/>
          <p:cNvSpPr/>
          <p:nvPr/>
        </p:nvSpPr>
        <p:spPr>
          <a:xfrm>
            <a:off x="1188720" y="1481328"/>
            <a:ext cx="2788920" cy="292608"/>
          </a:xfrm>
          <a:prstGeom prst="rect">
            <a:avLst/>
          </a:prstGeom>
          <a:solidFill>
            <a:srgbClr val="C9A24A"/>
          </a:solidFill>
          <a:ln w="4445">
            <a:solidFill>
              <a:srgbClr val="FFFFFF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11" name="Text 9"/>
          <p:cNvSpPr/>
          <p:nvPr/>
        </p:nvSpPr>
        <p:spPr>
          <a:xfrm>
            <a:off x="1216152" y="1531620"/>
            <a:ext cx="273405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71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نسبة الإنجاز</a:t>
            </a:r>
            <a:endParaRPr lang="en-US" sz="710" dirty="0"/>
          </a:p>
        </p:txBody>
      </p:sp>
      <p:sp>
        <p:nvSpPr>
          <p:cNvPr id="12" name="Shape 10"/>
          <p:cNvSpPr/>
          <p:nvPr/>
        </p:nvSpPr>
        <p:spPr>
          <a:xfrm>
            <a:off x="3977640" y="1481328"/>
            <a:ext cx="1143000" cy="292608"/>
          </a:xfrm>
          <a:prstGeom prst="rect">
            <a:avLst/>
          </a:prstGeom>
          <a:solidFill>
            <a:srgbClr val="C9A24A"/>
          </a:solidFill>
          <a:ln w="4445">
            <a:solidFill>
              <a:srgbClr val="FFFFFF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13" name="Text 11"/>
          <p:cNvSpPr/>
          <p:nvPr/>
        </p:nvSpPr>
        <p:spPr>
          <a:xfrm>
            <a:off x="4005072" y="1531620"/>
            <a:ext cx="108813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71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الحالة</a:t>
            </a:r>
            <a:endParaRPr lang="en-US" sz="710" dirty="0"/>
          </a:p>
        </p:txBody>
      </p:sp>
      <p:sp>
        <p:nvSpPr>
          <p:cNvPr id="14" name="Shape 12"/>
          <p:cNvSpPr/>
          <p:nvPr/>
        </p:nvSpPr>
        <p:spPr>
          <a:xfrm>
            <a:off x="5120640" y="1481328"/>
            <a:ext cx="914400" cy="292608"/>
          </a:xfrm>
          <a:prstGeom prst="rect">
            <a:avLst/>
          </a:prstGeom>
          <a:solidFill>
            <a:srgbClr val="C9A24A"/>
          </a:solidFill>
          <a:ln w="4445">
            <a:solidFill>
              <a:srgbClr val="FFFFFF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15" name="Text 13"/>
          <p:cNvSpPr/>
          <p:nvPr/>
        </p:nvSpPr>
        <p:spPr>
          <a:xfrm>
            <a:off x="5148072" y="1531620"/>
            <a:ext cx="85953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71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نهاية</a:t>
            </a:r>
            <a:endParaRPr lang="en-US" sz="710" dirty="0"/>
          </a:p>
        </p:txBody>
      </p:sp>
      <p:sp>
        <p:nvSpPr>
          <p:cNvPr id="16" name="Shape 14"/>
          <p:cNvSpPr/>
          <p:nvPr/>
        </p:nvSpPr>
        <p:spPr>
          <a:xfrm>
            <a:off x="6035040" y="1481328"/>
            <a:ext cx="914400" cy="292608"/>
          </a:xfrm>
          <a:prstGeom prst="rect">
            <a:avLst/>
          </a:prstGeom>
          <a:solidFill>
            <a:srgbClr val="C9A24A"/>
          </a:solidFill>
          <a:ln w="4445">
            <a:solidFill>
              <a:srgbClr val="FFFFFF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17" name="Text 15"/>
          <p:cNvSpPr/>
          <p:nvPr/>
        </p:nvSpPr>
        <p:spPr>
          <a:xfrm>
            <a:off x="6062472" y="1531620"/>
            <a:ext cx="85953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71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بداية</a:t>
            </a:r>
            <a:endParaRPr lang="en-US" sz="710" dirty="0"/>
          </a:p>
        </p:txBody>
      </p:sp>
      <p:sp>
        <p:nvSpPr>
          <p:cNvPr id="18" name="Shape 16"/>
          <p:cNvSpPr/>
          <p:nvPr/>
        </p:nvSpPr>
        <p:spPr>
          <a:xfrm>
            <a:off x="6949440" y="1481328"/>
            <a:ext cx="914400" cy="292608"/>
          </a:xfrm>
          <a:prstGeom prst="rect">
            <a:avLst/>
          </a:prstGeom>
          <a:solidFill>
            <a:srgbClr val="C9A24A"/>
          </a:solidFill>
          <a:ln w="4445">
            <a:solidFill>
              <a:srgbClr val="FFFFFF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19" name="Text 17"/>
          <p:cNvSpPr/>
          <p:nvPr/>
        </p:nvSpPr>
        <p:spPr>
          <a:xfrm>
            <a:off x="6976872" y="1531620"/>
            <a:ext cx="85953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71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المالك</a:t>
            </a:r>
            <a:endParaRPr lang="en-US" sz="710" dirty="0"/>
          </a:p>
        </p:txBody>
      </p:sp>
      <p:sp>
        <p:nvSpPr>
          <p:cNvPr id="20" name="Shape 18"/>
          <p:cNvSpPr/>
          <p:nvPr/>
        </p:nvSpPr>
        <p:spPr>
          <a:xfrm>
            <a:off x="7863840" y="1481328"/>
            <a:ext cx="1097280" cy="292608"/>
          </a:xfrm>
          <a:prstGeom prst="rect">
            <a:avLst/>
          </a:prstGeom>
          <a:solidFill>
            <a:srgbClr val="C9A24A"/>
          </a:solidFill>
          <a:ln w="4445">
            <a:solidFill>
              <a:srgbClr val="FFFFFF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21" name="Text 19"/>
          <p:cNvSpPr/>
          <p:nvPr/>
        </p:nvSpPr>
        <p:spPr>
          <a:xfrm>
            <a:off x="7891272" y="1531620"/>
            <a:ext cx="104241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71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النشاط / المخرج</a:t>
            </a:r>
            <a:endParaRPr lang="en-US" sz="710" dirty="0"/>
          </a:p>
        </p:txBody>
      </p:sp>
      <p:sp>
        <p:nvSpPr>
          <p:cNvPr id="22" name="Shape 20"/>
          <p:cNvSpPr/>
          <p:nvPr/>
        </p:nvSpPr>
        <p:spPr>
          <a:xfrm>
            <a:off x="8961120" y="1481328"/>
            <a:ext cx="1828800" cy="292608"/>
          </a:xfrm>
          <a:prstGeom prst="rect">
            <a:avLst/>
          </a:prstGeom>
          <a:solidFill>
            <a:srgbClr val="C9A24A"/>
          </a:solidFill>
          <a:ln w="4445">
            <a:solidFill>
              <a:srgbClr val="FFFFFF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23" name="Text 21"/>
          <p:cNvSpPr/>
          <p:nvPr/>
        </p:nvSpPr>
        <p:spPr>
          <a:xfrm>
            <a:off x="8988552" y="1531620"/>
            <a:ext cx="177393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71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#</a:t>
            </a:r>
            <a:endParaRPr lang="en-US" sz="710" dirty="0"/>
          </a:p>
        </p:txBody>
      </p:sp>
      <p:sp>
        <p:nvSpPr>
          <p:cNvPr id="24" name="Shape 22"/>
          <p:cNvSpPr/>
          <p:nvPr/>
        </p:nvSpPr>
        <p:spPr>
          <a:xfrm>
            <a:off x="777240" y="1773936"/>
            <a:ext cx="411480" cy="411480"/>
          </a:xfrm>
          <a:prstGeom prst="rect">
            <a:avLst/>
          </a:prstGeom>
          <a:solidFill>
            <a:srgbClr val="FFFFFF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25" name="Text 23"/>
          <p:cNvSpPr/>
          <p:nvPr/>
        </p:nvSpPr>
        <p:spPr>
          <a:xfrm>
            <a:off x="809244" y="1819656"/>
            <a:ext cx="347472" cy="320040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6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رابط/مرفق</a:t>
            </a:r>
            <a:endParaRPr lang="en-US" sz="660" dirty="0"/>
          </a:p>
        </p:txBody>
      </p:sp>
      <p:sp>
        <p:nvSpPr>
          <p:cNvPr id="26" name="Shape 24"/>
          <p:cNvSpPr/>
          <p:nvPr/>
        </p:nvSpPr>
        <p:spPr>
          <a:xfrm>
            <a:off x="1188720" y="1773936"/>
            <a:ext cx="2788920" cy="411480"/>
          </a:xfrm>
          <a:prstGeom prst="rect">
            <a:avLst/>
          </a:prstGeom>
          <a:solidFill>
            <a:srgbClr val="FFFFFF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27" name="Text 25"/>
          <p:cNvSpPr/>
          <p:nvPr/>
        </p:nvSpPr>
        <p:spPr>
          <a:xfrm>
            <a:off x="1220724" y="1819656"/>
            <a:ext cx="2724912" cy="320040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6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٪</a:t>
            </a:r>
            <a:endParaRPr lang="en-US" sz="660" dirty="0"/>
          </a:p>
        </p:txBody>
      </p:sp>
      <p:sp>
        <p:nvSpPr>
          <p:cNvPr id="28" name="Shape 26"/>
          <p:cNvSpPr/>
          <p:nvPr/>
        </p:nvSpPr>
        <p:spPr>
          <a:xfrm>
            <a:off x="3977640" y="1773936"/>
            <a:ext cx="1143000" cy="411480"/>
          </a:xfrm>
          <a:prstGeom prst="rect">
            <a:avLst/>
          </a:prstGeom>
          <a:solidFill>
            <a:srgbClr val="FFFFFF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29" name="Text 27"/>
          <p:cNvSpPr/>
          <p:nvPr/>
        </p:nvSpPr>
        <p:spPr>
          <a:xfrm>
            <a:off x="4009644" y="1819656"/>
            <a:ext cx="1078992" cy="320040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6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أ/أص/ح</a:t>
            </a:r>
            <a:endParaRPr lang="en-US" sz="660" dirty="0"/>
          </a:p>
        </p:txBody>
      </p:sp>
      <p:sp>
        <p:nvSpPr>
          <p:cNvPr id="30" name="Shape 28"/>
          <p:cNvSpPr/>
          <p:nvPr/>
        </p:nvSpPr>
        <p:spPr>
          <a:xfrm>
            <a:off x="5120640" y="1773936"/>
            <a:ext cx="914400" cy="411480"/>
          </a:xfrm>
          <a:prstGeom prst="rect">
            <a:avLst/>
          </a:prstGeom>
          <a:solidFill>
            <a:srgbClr val="FFFFFF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31" name="Text 29"/>
          <p:cNvSpPr/>
          <p:nvPr/>
        </p:nvSpPr>
        <p:spPr>
          <a:xfrm>
            <a:off x="5152644" y="1819656"/>
            <a:ext cx="850392" cy="320040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6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وقت</a:t>
            </a:r>
            <a:endParaRPr lang="en-US" sz="660" dirty="0"/>
          </a:p>
        </p:txBody>
      </p:sp>
      <p:sp>
        <p:nvSpPr>
          <p:cNvPr id="32" name="Shape 30"/>
          <p:cNvSpPr/>
          <p:nvPr/>
        </p:nvSpPr>
        <p:spPr>
          <a:xfrm>
            <a:off x="6035040" y="1773936"/>
            <a:ext cx="914400" cy="411480"/>
          </a:xfrm>
          <a:prstGeom prst="rect">
            <a:avLst/>
          </a:prstGeom>
          <a:solidFill>
            <a:srgbClr val="FFFFFF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33" name="Text 31"/>
          <p:cNvSpPr/>
          <p:nvPr/>
        </p:nvSpPr>
        <p:spPr>
          <a:xfrm>
            <a:off x="6067044" y="1819656"/>
            <a:ext cx="850392" cy="320040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6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وقت</a:t>
            </a:r>
            <a:endParaRPr lang="en-US" sz="660" dirty="0"/>
          </a:p>
        </p:txBody>
      </p:sp>
      <p:sp>
        <p:nvSpPr>
          <p:cNvPr id="34" name="Shape 32"/>
          <p:cNvSpPr/>
          <p:nvPr/>
        </p:nvSpPr>
        <p:spPr>
          <a:xfrm>
            <a:off x="6949440" y="1773936"/>
            <a:ext cx="914400" cy="411480"/>
          </a:xfrm>
          <a:prstGeom prst="rect">
            <a:avLst/>
          </a:prstGeom>
          <a:solidFill>
            <a:srgbClr val="FFFFFF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35" name="Text 33"/>
          <p:cNvSpPr/>
          <p:nvPr/>
        </p:nvSpPr>
        <p:spPr>
          <a:xfrm>
            <a:off x="6981444" y="1819656"/>
            <a:ext cx="850392" cy="320040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6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اسم</a:t>
            </a:r>
            <a:endParaRPr lang="en-US" sz="660" dirty="0"/>
          </a:p>
        </p:txBody>
      </p:sp>
      <p:sp>
        <p:nvSpPr>
          <p:cNvPr id="36" name="Shape 34"/>
          <p:cNvSpPr/>
          <p:nvPr/>
        </p:nvSpPr>
        <p:spPr>
          <a:xfrm>
            <a:off x="7863840" y="1773936"/>
            <a:ext cx="1097280" cy="411480"/>
          </a:xfrm>
          <a:prstGeom prst="rect">
            <a:avLst/>
          </a:prstGeom>
          <a:solidFill>
            <a:srgbClr val="FFFFFF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37" name="Text 35"/>
          <p:cNvSpPr/>
          <p:nvPr/>
        </p:nvSpPr>
        <p:spPr>
          <a:xfrm>
            <a:off x="7895844" y="1819656"/>
            <a:ext cx="1033272" cy="320040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6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اسم النشاط/المخرج</a:t>
            </a:r>
            <a:endParaRPr lang="en-US" sz="660" dirty="0"/>
          </a:p>
        </p:txBody>
      </p:sp>
      <p:sp>
        <p:nvSpPr>
          <p:cNvPr id="38" name="Shape 36"/>
          <p:cNvSpPr/>
          <p:nvPr/>
        </p:nvSpPr>
        <p:spPr>
          <a:xfrm>
            <a:off x="8961120" y="1773936"/>
            <a:ext cx="1828800" cy="411480"/>
          </a:xfrm>
          <a:prstGeom prst="rect">
            <a:avLst/>
          </a:prstGeom>
          <a:solidFill>
            <a:srgbClr val="FFFFFF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39" name="Text 37"/>
          <p:cNvSpPr/>
          <p:nvPr/>
        </p:nvSpPr>
        <p:spPr>
          <a:xfrm>
            <a:off x="8993124" y="1819656"/>
            <a:ext cx="1764792" cy="320040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6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١</a:t>
            </a:r>
            <a:endParaRPr lang="en-US" sz="660" dirty="0"/>
          </a:p>
        </p:txBody>
      </p:sp>
      <p:sp>
        <p:nvSpPr>
          <p:cNvPr id="40" name="Shape 38"/>
          <p:cNvSpPr/>
          <p:nvPr/>
        </p:nvSpPr>
        <p:spPr>
          <a:xfrm>
            <a:off x="777240" y="2185416"/>
            <a:ext cx="411480" cy="411480"/>
          </a:xfrm>
          <a:prstGeom prst="rect">
            <a:avLst/>
          </a:prstGeom>
          <a:solidFill>
            <a:srgbClr val="F7FAFA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41" name="Text 39"/>
          <p:cNvSpPr/>
          <p:nvPr/>
        </p:nvSpPr>
        <p:spPr>
          <a:xfrm>
            <a:off x="809244" y="2231136"/>
            <a:ext cx="347472" cy="320040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6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رابط/مرفق</a:t>
            </a:r>
            <a:endParaRPr lang="en-US" sz="660" dirty="0"/>
          </a:p>
        </p:txBody>
      </p:sp>
      <p:sp>
        <p:nvSpPr>
          <p:cNvPr id="42" name="Shape 40"/>
          <p:cNvSpPr/>
          <p:nvPr/>
        </p:nvSpPr>
        <p:spPr>
          <a:xfrm>
            <a:off x="1188720" y="2185416"/>
            <a:ext cx="2788920" cy="411480"/>
          </a:xfrm>
          <a:prstGeom prst="rect">
            <a:avLst/>
          </a:prstGeom>
          <a:solidFill>
            <a:srgbClr val="F7FAFA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43" name="Text 41"/>
          <p:cNvSpPr/>
          <p:nvPr/>
        </p:nvSpPr>
        <p:spPr>
          <a:xfrm>
            <a:off x="1220724" y="2231136"/>
            <a:ext cx="2724912" cy="320040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6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٪</a:t>
            </a:r>
            <a:endParaRPr lang="en-US" sz="660" dirty="0"/>
          </a:p>
        </p:txBody>
      </p:sp>
      <p:sp>
        <p:nvSpPr>
          <p:cNvPr id="44" name="Shape 42"/>
          <p:cNvSpPr/>
          <p:nvPr/>
        </p:nvSpPr>
        <p:spPr>
          <a:xfrm>
            <a:off x="3977640" y="2185416"/>
            <a:ext cx="1143000" cy="411480"/>
          </a:xfrm>
          <a:prstGeom prst="rect">
            <a:avLst/>
          </a:prstGeom>
          <a:solidFill>
            <a:srgbClr val="F7FAFA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45" name="Text 43"/>
          <p:cNvSpPr/>
          <p:nvPr/>
        </p:nvSpPr>
        <p:spPr>
          <a:xfrm>
            <a:off x="4009644" y="2231136"/>
            <a:ext cx="1078992" cy="320040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6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أ/أص/ح</a:t>
            </a:r>
            <a:endParaRPr lang="en-US" sz="660" dirty="0"/>
          </a:p>
        </p:txBody>
      </p:sp>
      <p:sp>
        <p:nvSpPr>
          <p:cNvPr id="46" name="Shape 44"/>
          <p:cNvSpPr/>
          <p:nvPr/>
        </p:nvSpPr>
        <p:spPr>
          <a:xfrm>
            <a:off x="5120640" y="2185416"/>
            <a:ext cx="914400" cy="411480"/>
          </a:xfrm>
          <a:prstGeom prst="rect">
            <a:avLst/>
          </a:prstGeom>
          <a:solidFill>
            <a:srgbClr val="F7FAFA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47" name="Text 45"/>
          <p:cNvSpPr/>
          <p:nvPr/>
        </p:nvSpPr>
        <p:spPr>
          <a:xfrm>
            <a:off x="5152644" y="2231136"/>
            <a:ext cx="850392" cy="320040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6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وقت</a:t>
            </a:r>
            <a:endParaRPr lang="en-US" sz="660" dirty="0"/>
          </a:p>
        </p:txBody>
      </p:sp>
      <p:sp>
        <p:nvSpPr>
          <p:cNvPr id="48" name="Shape 46"/>
          <p:cNvSpPr/>
          <p:nvPr/>
        </p:nvSpPr>
        <p:spPr>
          <a:xfrm>
            <a:off x="6035040" y="2185416"/>
            <a:ext cx="914400" cy="411480"/>
          </a:xfrm>
          <a:prstGeom prst="rect">
            <a:avLst/>
          </a:prstGeom>
          <a:solidFill>
            <a:srgbClr val="F7FAFA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49" name="Text 47"/>
          <p:cNvSpPr/>
          <p:nvPr/>
        </p:nvSpPr>
        <p:spPr>
          <a:xfrm>
            <a:off x="6067044" y="2231136"/>
            <a:ext cx="850392" cy="320040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6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وقت</a:t>
            </a:r>
            <a:endParaRPr lang="en-US" sz="660" dirty="0"/>
          </a:p>
        </p:txBody>
      </p:sp>
      <p:sp>
        <p:nvSpPr>
          <p:cNvPr id="50" name="Shape 48"/>
          <p:cNvSpPr/>
          <p:nvPr/>
        </p:nvSpPr>
        <p:spPr>
          <a:xfrm>
            <a:off x="6949440" y="2185416"/>
            <a:ext cx="914400" cy="411480"/>
          </a:xfrm>
          <a:prstGeom prst="rect">
            <a:avLst/>
          </a:prstGeom>
          <a:solidFill>
            <a:srgbClr val="F7FAFA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51" name="Text 49"/>
          <p:cNvSpPr/>
          <p:nvPr/>
        </p:nvSpPr>
        <p:spPr>
          <a:xfrm>
            <a:off x="6981444" y="2231136"/>
            <a:ext cx="850392" cy="320040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6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اسم</a:t>
            </a:r>
            <a:endParaRPr lang="en-US" sz="660" dirty="0"/>
          </a:p>
        </p:txBody>
      </p:sp>
      <p:sp>
        <p:nvSpPr>
          <p:cNvPr id="52" name="Shape 50"/>
          <p:cNvSpPr/>
          <p:nvPr/>
        </p:nvSpPr>
        <p:spPr>
          <a:xfrm>
            <a:off x="7863840" y="2185416"/>
            <a:ext cx="1097280" cy="411480"/>
          </a:xfrm>
          <a:prstGeom prst="rect">
            <a:avLst/>
          </a:prstGeom>
          <a:solidFill>
            <a:srgbClr val="F7FAFA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53" name="Text 51"/>
          <p:cNvSpPr/>
          <p:nvPr/>
        </p:nvSpPr>
        <p:spPr>
          <a:xfrm>
            <a:off x="7895844" y="2231136"/>
            <a:ext cx="1033272" cy="320040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6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اسم النشاط/المخرج</a:t>
            </a:r>
            <a:endParaRPr lang="en-US" sz="660" dirty="0"/>
          </a:p>
        </p:txBody>
      </p:sp>
      <p:sp>
        <p:nvSpPr>
          <p:cNvPr id="54" name="Shape 52"/>
          <p:cNvSpPr/>
          <p:nvPr/>
        </p:nvSpPr>
        <p:spPr>
          <a:xfrm>
            <a:off x="8961120" y="2185416"/>
            <a:ext cx="1828800" cy="411480"/>
          </a:xfrm>
          <a:prstGeom prst="rect">
            <a:avLst/>
          </a:prstGeom>
          <a:solidFill>
            <a:srgbClr val="F7FAFA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55" name="Text 53"/>
          <p:cNvSpPr/>
          <p:nvPr/>
        </p:nvSpPr>
        <p:spPr>
          <a:xfrm>
            <a:off x="8993124" y="2231136"/>
            <a:ext cx="1764792" cy="320040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6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٢</a:t>
            </a:r>
            <a:endParaRPr lang="en-US" sz="660" dirty="0"/>
          </a:p>
        </p:txBody>
      </p:sp>
      <p:sp>
        <p:nvSpPr>
          <p:cNvPr id="56" name="Shape 54"/>
          <p:cNvSpPr/>
          <p:nvPr/>
        </p:nvSpPr>
        <p:spPr>
          <a:xfrm>
            <a:off x="777240" y="2596896"/>
            <a:ext cx="411480" cy="411480"/>
          </a:xfrm>
          <a:prstGeom prst="rect">
            <a:avLst/>
          </a:prstGeom>
          <a:solidFill>
            <a:srgbClr val="FFFFFF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57" name="Text 55"/>
          <p:cNvSpPr/>
          <p:nvPr/>
        </p:nvSpPr>
        <p:spPr>
          <a:xfrm>
            <a:off x="809244" y="2642616"/>
            <a:ext cx="347472" cy="320040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6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رابط/مرفق</a:t>
            </a:r>
            <a:endParaRPr lang="en-US" sz="660" dirty="0"/>
          </a:p>
        </p:txBody>
      </p:sp>
      <p:sp>
        <p:nvSpPr>
          <p:cNvPr id="58" name="Shape 56"/>
          <p:cNvSpPr/>
          <p:nvPr/>
        </p:nvSpPr>
        <p:spPr>
          <a:xfrm>
            <a:off x="1188720" y="2596896"/>
            <a:ext cx="2788920" cy="411480"/>
          </a:xfrm>
          <a:prstGeom prst="rect">
            <a:avLst/>
          </a:prstGeom>
          <a:solidFill>
            <a:srgbClr val="FFFFFF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59" name="Text 57"/>
          <p:cNvSpPr/>
          <p:nvPr/>
        </p:nvSpPr>
        <p:spPr>
          <a:xfrm>
            <a:off x="1220724" y="2642616"/>
            <a:ext cx="2724912" cy="320040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6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٪</a:t>
            </a:r>
            <a:endParaRPr lang="en-US" sz="660" dirty="0"/>
          </a:p>
        </p:txBody>
      </p:sp>
      <p:sp>
        <p:nvSpPr>
          <p:cNvPr id="60" name="Shape 58"/>
          <p:cNvSpPr/>
          <p:nvPr/>
        </p:nvSpPr>
        <p:spPr>
          <a:xfrm>
            <a:off x="3977640" y="2596896"/>
            <a:ext cx="1143000" cy="411480"/>
          </a:xfrm>
          <a:prstGeom prst="rect">
            <a:avLst/>
          </a:prstGeom>
          <a:solidFill>
            <a:srgbClr val="FFFFFF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61" name="Text 59"/>
          <p:cNvSpPr/>
          <p:nvPr/>
        </p:nvSpPr>
        <p:spPr>
          <a:xfrm>
            <a:off x="4009644" y="2642616"/>
            <a:ext cx="1078992" cy="320040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6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أ/أص/ح</a:t>
            </a:r>
            <a:endParaRPr lang="en-US" sz="660" dirty="0"/>
          </a:p>
        </p:txBody>
      </p:sp>
      <p:sp>
        <p:nvSpPr>
          <p:cNvPr id="62" name="Shape 60"/>
          <p:cNvSpPr/>
          <p:nvPr/>
        </p:nvSpPr>
        <p:spPr>
          <a:xfrm>
            <a:off x="5120640" y="2596896"/>
            <a:ext cx="914400" cy="411480"/>
          </a:xfrm>
          <a:prstGeom prst="rect">
            <a:avLst/>
          </a:prstGeom>
          <a:solidFill>
            <a:srgbClr val="FFFFFF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63" name="Text 61"/>
          <p:cNvSpPr/>
          <p:nvPr/>
        </p:nvSpPr>
        <p:spPr>
          <a:xfrm>
            <a:off x="5152644" y="2642616"/>
            <a:ext cx="850392" cy="320040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6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وقت</a:t>
            </a:r>
            <a:endParaRPr lang="en-US" sz="660" dirty="0"/>
          </a:p>
        </p:txBody>
      </p:sp>
      <p:sp>
        <p:nvSpPr>
          <p:cNvPr id="64" name="Shape 62"/>
          <p:cNvSpPr/>
          <p:nvPr/>
        </p:nvSpPr>
        <p:spPr>
          <a:xfrm>
            <a:off x="6035040" y="2596896"/>
            <a:ext cx="914400" cy="411480"/>
          </a:xfrm>
          <a:prstGeom prst="rect">
            <a:avLst/>
          </a:prstGeom>
          <a:solidFill>
            <a:srgbClr val="FFFFFF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65" name="Text 63"/>
          <p:cNvSpPr/>
          <p:nvPr/>
        </p:nvSpPr>
        <p:spPr>
          <a:xfrm>
            <a:off x="6067044" y="2642616"/>
            <a:ext cx="850392" cy="320040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6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وقت</a:t>
            </a:r>
            <a:endParaRPr lang="en-US" sz="660" dirty="0"/>
          </a:p>
        </p:txBody>
      </p:sp>
      <p:sp>
        <p:nvSpPr>
          <p:cNvPr id="66" name="Shape 64"/>
          <p:cNvSpPr/>
          <p:nvPr/>
        </p:nvSpPr>
        <p:spPr>
          <a:xfrm>
            <a:off x="6949440" y="2596896"/>
            <a:ext cx="914400" cy="411480"/>
          </a:xfrm>
          <a:prstGeom prst="rect">
            <a:avLst/>
          </a:prstGeom>
          <a:solidFill>
            <a:srgbClr val="FFFFFF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67" name="Text 65"/>
          <p:cNvSpPr/>
          <p:nvPr/>
        </p:nvSpPr>
        <p:spPr>
          <a:xfrm>
            <a:off x="6981444" y="2642616"/>
            <a:ext cx="850392" cy="320040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6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اسم</a:t>
            </a:r>
            <a:endParaRPr lang="en-US" sz="660" dirty="0"/>
          </a:p>
        </p:txBody>
      </p:sp>
      <p:sp>
        <p:nvSpPr>
          <p:cNvPr id="68" name="Shape 66"/>
          <p:cNvSpPr/>
          <p:nvPr/>
        </p:nvSpPr>
        <p:spPr>
          <a:xfrm>
            <a:off x="7863840" y="2596896"/>
            <a:ext cx="1097280" cy="411480"/>
          </a:xfrm>
          <a:prstGeom prst="rect">
            <a:avLst/>
          </a:prstGeom>
          <a:solidFill>
            <a:srgbClr val="FFFFFF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69" name="Text 67"/>
          <p:cNvSpPr/>
          <p:nvPr/>
        </p:nvSpPr>
        <p:spPr>
          <a:xfrm>
            <a:off x="7895844" y="2642616"/>
            <a:ext cx="1033272" cy="320040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6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اسم النشاط/المخرج</a:t>
            </a:r>
            <a:endParaRPr lang="en-US" sz="660" dirty="0"/>
          </a:p>
        </p:txBody>
      </p:sp>
      <p:sp>
        <p:nvSpPr>
          <p:cNvPr id="70" name="Shape 68"/>
          <p:cNvSpPr/>
          <p:nvPr/>
        </p:nvSpPr>
        <p:spPr>
          <a:xfrm>
            <a:off x="8961120" y="2596896"/>
            <a:ext cx="1828800" cy="411480"/>
          </a:xfrm>
          <a:prstGeom prst="rect">
            <a:avLst/>
          </a:prstGeom>
          <a:solidFill>
            <a:srgbClr val="FFFFFF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71" name="Text 69"/>
          <p:cNvSpPr/>
          <p:nvPr/>
        </p:nvSpPr>
        <p:spPr>
          <a:xfrm>
            <a:off x="8993124" y="2642616"/>
            <a:ext cx="1764792" cy="320040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6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٣</a:t>
            </a:r>
            <a:endParaRPr lang="en-US" sz="660" dirty="0"/>
          </a:p>
        </p:txBody>
      </p:sp>
      <p:sp>
        <p:nvSpPr>
          <p:cNvPr id="72" name="Shape 70"/>
          <p:cNvSpPr/>
          <p:nvPr/>
        </p:nvSpPr>
        <p:spPr>
          <a:xfrm>
            <a:off x="777240" y="3008376"/>
            <a:ext cx="411480" cy="411480"/>
          </a:xfrm>
          <a:prstGeom prst="rect">
            <a:avLst/>
          </a:prstGeom>
          <a:solidFill>
            <a:srgbClr val="F7FAFA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73" name="Text 71"/>
          <p:cNvSpPr/>
          <p:nvPr/>
        </p:nvSpPr>
        <p:spPr>
          <a:xfrm>
            <a:off x="809244" y="3054096"/>
            <a:ext cx="347472" cy="320040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6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رابط/مرفق</a:t>
            </a:r>
            <a:endParaRPr lang="en-US" sz="660" dirty="0"/>
          </a:p>
        </p:txBody>
      </p:sp>
      <p:sp>
        <p:nvSpPr>
          <p:cNvPr id="74" name="Shape 72"/>
          <p:cNvSpPr/>
          <p:nvPr/>
        </p:nvSpPr>
        <p:spPr>
          <a:xfrm>
            <a:off x="1188720" y="3008376"/>
            <a:ext cx="2788920" cy="411480"/>
          </a:xfrm>
          <a:prstGeom prst="rect">
            <a:avLst/>
          </a:prstGeom>
          <a:solidFill>
            <a:srgbClr val="F7FAFA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75" name="Text 73"/>
          <p:cNvSpPr/>
          <p:nvPr/>
        </p:nvSpPr>
        <p:spPr>
          <a:xfrm>
            <a:off x="1220724" y="3054096"/>
            <a:ext cx="2724912" cy="320040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6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٪</a:t>
            </a:r>
            <a:endParaRPr lang="en-US" sz="660" dirty="0"/>
          </a:p>
        </p:txBody>
      </p:sp>
      <p:sp>
        <p:nvSpPr>
          <p:cNvPr id="76" name="Shape 74"/>
          <p:cNvSpPr/>
          <p:nvPr/>
        </p:nvSpPr>
        <p:spPr>
          <a:xfrm>
            <a:off x="3977640" y="3008376"/>
            <a:ext cx="1143000" cy="411480"/>
          </a:xfrm>
          <a:prstGeom prst="rect">
            <a:avLst/>
          </a:prstGeom>
          <a:solidFill>
            <a:srgbClr val="F7FAFA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77" name="Text 75"/>
          <p:cNvSpPr/>
          <p:nvPr/>
        </p:nvSpPr>
        <p:spPr>
          <a:xfrm>
            <a:off x="4009644" y="3054096"/>
            <a:ext cx="1078992" cy="320040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6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أ/أص/ح</a:t>
            </a:r>
            <a:endParaRPr lang="en-US" sz="660" dirty="0"/>
          </a:p>
        </p:txBody>
      </p:sp>
      <p:sp>
        <p:nvSpPr>
          <p:cNvPr id="78" name="Shape 76"/>
          <p:cNvSpPr/>
          <p:nvPr/>
        </p:nvSpPr>
        <p:spPr>
          <a:xfrm>
            <a:off x="5120640" y="3008376"/>
            <a:ext cx="914400" cy="411480"/>
          </a:xfrm>
          <a:prstGeom prst="rect">
            <a:avLst/>
          </a:prstGeom>
          <a:solidFill>
            <a:srgbClr val="F7FAFA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79" name="Text 77"/>
          <p:cNvSpPr/>
          <p:nvPr/>
        </p:nvSpPr>
        <p:spPr>
          <a:xfrm>
            <a:off x="5152644" y="3054096"/>
            <a:ext cx="850392" cy="320040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6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وقت</a:t>
            </a:r>
            <a:endParaRPr lang="en-US" sz="660" dirty="0"/>
          </a:p>
        </p:txBody>
      </p:sp>
      <p:sp>
        <p:nvSpPr>
          <p:cNvPr id="80" name="Shape 78"/>
          <p:cNvSpPr/>
          <p:nvPr/>
        </p:nvSpPr>
        <p:spPr>
          <a:xfrm>
            <a:off x="6035040" y="3008376"/>
            <a:ext cx="914400" cy="411480"/>
          </a:xfrm>
          <a:prstGeom prst="rect">
            <a:avLst/>
          </a:prstGeom>
          <a:solidFill>
            <a:srgbClr val="F7FAFA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81" name="Text 79"/>
          <p:cNvSpPr/>
          <p:nvPr/>
        </p:nvSpPr>
        <p:spPr>
          <a:xfrm>
            <a:off x="6067044" y="3054096"/>
            <a:ext cx="850392" cy="320040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6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وقت</a:t>
            </a:r>
            <a:endParaRPr lang="en-US" sz="660" dirty="0"/>
          </a:p>
        </p:txBody>
      </p:sp>
      <p:sp>
        <p:nvSpPr>
          <p:cNvPr id="82" name="Shape 80"/>
          <p:cNvSpPr/>
          <p:nvPr/>
        </p:nvSpPr>
        <p:spPr>
          <a:xfrm>
            <a:off x="6949440" y="3008376"/>
            <a:ext cx="914400" cy="411480"/>
          </a:xfrm>
          <a:prstGeom prst="rect">
            <a:avLst/>
          </a:prstGeom>
          <a:solidFill>
            <a:srgbClr val="F7FAFA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83" name="Text 81"/>
          <p:cNvSpPr/>
          <p:nvPr/>
        </p:nvSpPr>
        <p:spPr>
          <a:xfrm>
            <a:off x="6981444" y="3054096"/>
            <a:ext cx="850392" cy="320040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6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اسم</a:t>
            </a:r>
            <a:endParaRPr lang="en-US" sz="660" dirty="0"/>
          </a:p>
        </p:txBody>
      </p:sp>
      <p:sp>
        <p:nvSpPr>
          <p:cNvPr id="84" name="Shape 82"/>
          <p:cNvSpPr/>
          <p:nvPr/>
        </p:nvSpPr>
        <p:spPr>
          <a:xfrm>
            <a:off x="7863840" y="3008376"/>
            <a:ext cx="1097280" cy="411480"/>
          </a:xfrm>
          <a:prstGeom prst="rect">
            <a:avLst/>
          </a:prstGeom>
          <a:solidFill>
            <a:srgbClr val="F7FAFA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85" name="Text 83"/>
          <p:cNvSpPr/>
          <p:nvPr/>
        </p:nvSpPr>
        <p:spPr>
          <a:xfrm>
            <a:off x="7895844" y="3054096"/>
            <a:ext cx="1033272" cy="320040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6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اسم النشاط/المخرج</a:t>
            </a:r>
            <a:endParaRPr lang="en-US" sz="660" dirty="0"/>
          </a:p>
        </p:txBody>
      </p:sp>
      <p:sp>
        <p:nvSpPr>
          <p:cNvPr id="86" name="Shape 84"/>
          <p:cNvSpPr/>
          <p:nvPr/>
        </p:nvSpPr>
        <p:spPr>
          <a:xfrm>
            <a:off x="8961120" y="3008376"/>
            <a:ext cx="1828800" cy="411480"/>
          </a:xfrm>
          <a:prstGeom prst="rect">
            <a:avLst/>
          </a:prstGeom>
          <a:solidFill>
            <a:srgbClr val="F7FAFA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87" name="Text 85"/>
          <p:cNvSpPr/>
          <p:nvPr/>
        </p:nvSpPr>
        <p:spPr>
          <a:xfrm>
            <a:off x="8993124" y="3054096"/>
            <a:ext cx="1764792" cy="320040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6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٤</a:t>
            </a:r>
            <a:endParaRPr lang="en-US" sz="660" dirty="0"/>
          </a:p>
        </p:txBody>
      </p:sp>
      <p:sp>
        <p:nvSpPr>
          <p:cNvPr id="88" name="Shape 86"/>
          <p:cNvSpPr/>
          <p:nvPr/>
        </p:nvSpPr>
        <p:spPr>
          <a:xfrm>
            <a:off x="777240" y="3419856"/>
            <a:ext cx="411480" cy="411480"/>
          </a:xfrm>
          <a:prstGeom prst="rect">
            <a:avLst/>
          </a:prstGeom>
          <a:solidFill>
            <a:srgbClr val="FFFFFF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89" name="Text 87"/>
          <p:cNvSpPr/>
          <p:nvPr/>
        </p:nvSpPr>
        <p:spPr>
          <a:xfrm>
            <a:off x="809244" y="3465576"/>
            <a:ext cx="347472" cy="320040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6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رابط/مرفق</a:t>
            </a:r>
            <a:endParaRPr lang="en-US" sz="660" dirty="0"/>
          </a:p>
        </p:txBody>
      </p:sp>
      <p:sp>
        <p:nvSpPr>
          <p:cNvPr id="90" name="Shape 88"/>
          <p:cNvSpPr/>
          <p:nvPr/>
        </p:nvSpPr>
        <p:spPr>
          <a:xfrm>
            <a:off x="1188720" y="3419856"/>
            <a:ext cx="2788920" cy="411480"/>
          </a:xfrm>
          <a:prstGeom prst="rect">
            <a:avLst/>
          </a:prstGeom>
          <a:solidFill>
            <a:srgbClr val="FFFFFF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91" name="Text 89"/>
          <p:cNvSpPr/>
          <p:nvPr/>
        </p:nvSpPr>
        <p:spPr>
          <a:xfrm>
            <a:off x="1220724" y="3465576"/>
            <a:ext cx="2724912" cy="320040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6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٪</a:t>
            </a:r>
            <a:endParaRPr lang="en-US" sz="660" dirty="0"/>
          </a:p>
        </p:txBody>
      </p:sp>
      <p:sp>
        <p:nvSpPr>
          <p:cNvPr id="92" name="Shape 90"/>
          <p:cNvSpPr/>
          <p:nvPr/>
        </p:nvSpPr>
        <p:spPr>
          <a:xfrm>
            <a:off x="3977640" y="3419856"/>
            <a:ext cx="1143000" cy="411480"/>
          </a:xfrm>
          <a:prstGeom prst="rect">
            <a:avLst/>
          </a:prstGeom>
          <a:solidFill>
            <a:srgbClr val="FFFFFF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93" name="Text 91"/>
          <p:cNvSpPr/>
          <p:nvPr/>
        </p:nvSpPr>
        <p:spPr>
          <a:xfrm>
            <a:off x="4009644" y="3465576"/>
            <a:ext cx="1078992" cy="320040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6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أ/أص/ح</a:t>
            </a:r>
            <a:endParaRPr lang="en-US" sz="660" dirty="0"/>
          </a:p>
        </p:txBody>
      </p:sp>
      <p:sp>
        <p:nvSpPr>
          <p:cNvPr id="94" name="Shape 92"/>
          <p:cNvSpPr/>
          <p:nvPr/>
        </p:nvSpPr>
        <p:spPr>
          <a:xfrm>
            <a:off x="5120640" y="3419856"/>
            <a:ext cx="914400" cy="411480"/>
          </a:xfrm>
          <a:prstGeom prst="rect">
            <a:avLst/>
          </a:prstGeom>
          <a:solidFill>
            <a:srgbClr val="FFFFFF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95" name="Text 93"/>
          <p:cNvSpPr/>
          <p:nvPr/>
        </p:nvSpPr>
        <p:spPr>
          <a:xfrm>
            <a:off x="5152644" y="3465576"/>
            <a:ext cx="850392" cy="320040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6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وقت</a:t>
            </a:r>
            <a:endParaRPr lang="en-US" sz="660" dirty="0"/>
          </a:p>
        </p:txBody>
      </p:sp>
      <p:sp>
        <p:nvSpPr>
          <p:cNvPr id="96" name="Shape 94"/>
          <p:cNvSpPr/>
          <p:nvPr/>
        </p:nvSpPr>
        <p:spPr>
          <a:xfrm>
            <a:off x="6035040" y="3419856"/>
            <a:ext cx="914400" cy="411480"/>
          </a:xfrm>
          <a:prstGeom prst="rect">
            <a:avLst/>
          </a:prstGeom>
          <a:solidFill>
            <a:srgbClr val="FFFFFF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97" name="Text 95"/>
          <p:cNvSpPr/>
          <p:nvPr/>
        </p:nvSpPr>
        <p:spPr>
          <a:xfrm>
            <a:off x="6067044" y="3465576"/>
            <a:ext cx="850392" cy="320040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6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وقت</a:t>
            </a:r>
            <a:endParaRPr lang="en-US" sz="660" dirty="0"/>
          </a:p>
        </p:txBody>
      </p:sp>
      <p:sp>
        <p:nvSpPr>
          <p:cNvPr id="98" name="Shape 96"/>
          <p:cNvSpPr/>
          <p:nvPr/>
        </p:nvSpPr>
        <p:spPr>
          <a:xfrm>
            <a:off x="6949440" y="3419856"/>
            <a:ext cx="914400" cy="411480"/>
          </a:xfrm>
          <a:prstGeom prst="rect">
            <a:avLst/>
          </a:prstGeom>
          <a:solidFill>
            <a:srgbClr val="FFFFFF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99" name="Text 97"/>
          <p:cNvSpPr/>
          <p:nvPr/>
        </p:nvSpPr>
        <p:spPr>
          <a:xfrm>
            <a:off x="6981444" y="3465576"/>
            <a:ext cx="850392" cy="320040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6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اسم</a:t>
            </a:r>
            <a:endParaRPr lang="en-US" sz="660" dirty="0"/>
          </a:p>
        </p:txBody>
      </p:sp>
      <p:sp>
        <p:nvSpPr>
          <p:cNvPr id="100" name="Shape 98"/>
          <p:cNvSpPr/>
          <p:nvPr/>
        </p:nvSpPr>
        <p:spPr>
          <a:xfrm>
            <a:off x="7863840" y="3419856"/>
            <a:ext cx="1097280" cy="411480"/>
          </a:xfrm>
          <a:prstGeom prst="rect">
            <a:avLst/>
          </a:prstGeom>
          <a:solidFill>
            <a:srgbClr val="FFFFFF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101" name="Text 99"/>
          <p:cNvSpPr/>
          <p:nvPr/>
        </p:nvSpPr>
        <p:spPr>
          <a:xfrm>
            <a:off x="7895844" y="3465576"/>
            <a:ext cx="1033272" cy="320040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6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اسم النشاط/المخرج</a:t>
            </a:r>
            <a:endParaRPr lang="en-US" sz="660" dirty="0"/>
          </a:p>
        </p:txBody>
      </p:sp>
      <p:sp>
        <p:nvSpPr>
          <p:cNvPr id="102" name="Shape 100"/>
          <p:cNvSpPr/>
          <p:nvPr/>
        </p:nvSpPr>
        <p:spPr>
          <a:xfrm>
            <a:off x="8961120" y="3419856"/>
            <a:ext cx="1828800" cy="411480"/>
          </a:xfrm>
          <a:prstGeom prst="rect">
            <a:avLst/>
          </a:prstGeom>
          <a:solidFill>
            <a:srgbClr val="FFFFFF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103" name="Text 101"/>
          <p:cNvSpPr/>
          <p:nvPr/>
        </p:nvSpPr>
        <p:spPr>
          <a:xfrm>
            <a:off x="8993124" y="3465576"/>
            <a:ext cx="1764792" cy="320040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6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٥</a:t>
            </a:r>
            <a:endParaRPr lang="en-US" sz="660" dirty="0"/>
          </a:p>
        </p:txBody>
      </p:sp>
      <p:sp>
        <p:nvSpPr>
          <p:cNvPr id="104" name="Shape 102"/>
          <p:cNvSpPr/>
          <p:nvPr/>
        </p:nvSpPr>
        <p:spPr>
          <a:xfrm>
            <a:off x="777240" y="3831336"/>
            <a:ext cx="411480" cy="411480"/>
          </a:xfrm>
          <a:prstGeom prst="rect">
            <a:avLst/>
          </a:prstGeom>
          <a:solidFill>
            <a:srgbClr val="F7FAFA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105" name="Text 103"/>
          <p:cNvSpPr/>
          <p:nvPr/>
        </p:nvSpPr>
        <p:spPr>
          <a:xfrm>
            <a:off x="809244" y="3877056"/>
            <a:ext cx="347472" cy="320040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6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رابط/مرفق</a:t>
            </a:r>
            <a:endParaRPr lang="en-US" sz="660" dirty="0"/>
          </a:p>
        </p:txBody>
      </p:sp>
      <p:sp>
        <p:nvSpPr>
          <p:cNvPr id="106" name="Shape 104"/>
          <p:cNvSpPr/>
          <p:nvPr/>
        </p:nvSpPr>
        <p:spPr>
          <a:xfrm>
            <a:off x="1188720" y="3831336"/>
            <a:ext cx="2788920" cy="411480"/>
          </a:xfrm>
          <a:prstGeom prst="rect">
            <a:avLst/>
          </a:prstGeom>
          <a:solidFill>
            <a:srgbClr val="F7FAFA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107" name="Text 105"/>
          <p:cNvSpPr/>
          <p:nvPr/>
        </p:nvSpPr>
        <p:spPr>
          <a:xfrm>
            <a:off x="1220724" y="3877056"/>
            <a:ext cx="2724912" cy="320040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6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٪</a:t>
            </a:r>
            <a:endParaRPr lang="en-US" sz="660" dirty="0"/>
          </a:p>
        </p:txBody>
      </p:sp>
      <p:sp>
        <p:nvSpPr>
          <p:cNvPr id="108" name="Shape 106"/>
          <p:cNvSpPr/>
          <p:nvPr/>
        </p:nvSpPr>
        <p:spPr>
          <a:xfrm>
            <a:off x="3977640" y="3831336"/>
            <a:ext cx="1143000" cy="411480"/>
          </a:xfrm>
          <a:prstGeom prst="rect">
            <a:avLst/>
          </a:prstGeom>
          <a:solidFill>
            <a:srgbClr val="F7FAFA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109" name="Text 107"/>
          <p:cNvSpPr/>
          <p:nvPr/>
        </p:nvSpPr>
        <p:spPr>
          <a:xfrm>
            <a:off x="4009644" y="3877056"/>
            <a:ext cx="1078992" cy="320040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6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أ/أص/ح</a:t>
            </a:r>
            <a:endParaRPr lang="en-US" sz="660" dirty="0"/>
          </a:p>
        </p:txBody>
      </p:sp>
      <p:sp>
        <p:nvSpPr>
          <p:cNvPr id="110" name="Shape 108"/>
          <p:cNvSpPr/>
          <p:nvPr/>
        </p:nvSpPr>
        <p:spPr>
          <a:xfrm>
            <a:off x="5120640" y="3831336"/>
            <a:ext cx="914400" cy="411480"/>
          </a:xfrm>
          <a:prstGeom prst="rect">
            <a:avLst/>
          </a:prstGeom>
          <a:solidFill>
            <a:srgbClr val="F7FAFA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111" name="Text 109"/>
          <p:cNvSpPr/>
          <p:nvPr/>
        </p:nvSpPr>
        <p:spPr>
          <a:xfrm>
            <a:off x="5152644" y="3877056"/>
            <a:ext cx="850392" cy="320040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6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وقت</a:t>
            </a:r>
            <a:endParaRPr lang="en-US" sz="660" dirty="0"/>
          </a:p>
        </p:txBody>
      </p:sp>
      <p:sp>
        <p:nvSpPr>
          <p:cNvPr id="112" name="Shape 110"/>
          <p:cNvSpPr/>
          <p:nvPr/>
        </p:nvSpPr>
        <p:spPr>
          <a:xfrm>
            <a:off x="6035040" y="3831336"/>
            <a:ext cx="914400" cy="411480"/>
          </a:xfrm>
          <a:prstGeom prst="rect">
            <a:avLst/>
          </a:prstGeom>
          <a:solidFill>
            <a:srgbClr val="F7FAFA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113" name="Text 111"/>
          <p:cNvSpPr/>
          <p:nvPr/>
        </p:nvSpPr>
        <p:spPr>
          <a:xfrm>
            <a:off x="6067044" y="3877056"/>
            <a:ext cx="850392" cy="320040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6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وقت</a:t>
            </a:r>
            <a:endParaRPr lang="en-US" sz="660" dirty="0"/>
          </a:p>
        </p:txBody>
      </p:sp>
      <p:sp>
        <p:nvSpPr>
          <p:cNvPr id="114" name="Shape 112"/>
          <p:cNvSpPr/>
          <p:nvPr/>
        </p:nvSpPr>
        <p:spPr>
          <a:xfrm>
            <a:off x="6949440" y="3831336"/>
            <a:ext cx="914400" cy="411480"/>
          </a:xfrm>
          <a:prstGeom prst="rect">
            <a:avLst/>
          </a:prstGeom>
          <a:solidFill>
            <a:srgbClr val="F7FAFA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115" name="Text 113"/>
          <p:cNvSpPr/>
          <p:nvPr/>
        </p:nvSpPr>
        <p:spPr>
          <a:xfrm>
            <a:off x="6981444" y="3877056"/>
            <a:ext cx="850392" cy="320040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6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اسم</a:t>
            </a:r>
            <a:endParaRPr lang="en-US" sz="660" dirty="0"/>
          </a:p>
        </p:txBody>
      </p:sp>
      <p:sp>
        <p:nvSpPr>
          <p:cNvPr id="116" name="Shape 114"/>
          <p:cNvSpPr/>
          <p:nvPr/>
        </p:nvSpPr>
        <p:spPr>
          <a:xfrm>
            <a:off x="7863840" y="3831336"/>
            <a:ext cx="1097280" cy="411480"/>
          </a:xfrm>
          <a:prstGeom prst="rect">
            <a:avLst/>
          </a:prstGeom>
          <a:solidFill>
            <a:srgbClr val="F7FAFA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117" name="Text 115"/>
          <p:cNvSpPr/>
          <p:nvPr/>
        </p:nvSpPr>
        <p:spPr>
          <a:xfrm>
            <a:off x="7895844" y="3877056"/>
            <a:ext cx="1033272" cy="320040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6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اسم النشاط/المخرج</a:t>
            </a:r>
            <a:endParaRPr lang="en-US" sz="660" dirty="0"/>
          </a:p>
        </p:txBody>
      </p:sp>
      <p:sp>
        <p:nvSpPr>
          <p:cNvPr id="118" name="Shape 116"/>
          <p:cNvSpPr/>
          <p:nvPr/>
        </p:nvSpPr>
        <p:spPr>
          <a:xfrm>
            <a:off x="8961120" y="3831336"/>
            <a:ext cx="1828800" cy="411480"/>
          </a:xfrm>
          <a:prstGeom prst="rect">
            <a:avLst/>
          </a:prstGeom>
          <a:solidFill>
            <a:srgbClr val="F7FAFA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119" name="Text 117"/>
          <p:cNvSpPr/>
          <p:nvPr/>
        </p:nvSpPr>
        <p:spPr>
          <a:xfrm>
            <a:off x="8993124" y="3877056"/>
            <a:ext cx="1764792" cy="320040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6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٦</a:t>
            </a:r>
            <a:endParaRPr lang="en-US" sz="660" dirty="0"/>
          </a:p>
        </p:txBody>
      </p:sp>
      <p:sp>
        <p:nvSpPr>
          <p:cNvPr id="120" name="Shape 118"/>
          <p:cNvSpPr/>
          <p:nvPr/>
        </p:nvSpPr>
        <p:spPr>
          <a:xfrm>
            <a:off x="777240" y="4242816"/>
            <a:ext cx="411480" cy="411480"/>
          </a:xfrm>
          <a:prstGeom prst="rect">
            <a:avLst/>
          </a:prstGeom>
          <a:solidFill>
            <a:srgbClr val="FFFFFF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121" name="Text 119"/>
          <p:cNvSpPr/>
          <p:nvPr/>
        </p:nvSpPr>
        <p:spPr>
          <a:xfrm>
            <a:off x="809244" y="4288536"/>
            <a:ext cx="347472" cy="320040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6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رابط/مرفق</a:t>
            </a:r>
            <a:endParaRPr lang="en-US" sz="660" dirty="0"/>
          </a:p>
        </p:txBody>
      </p:sp>
      <p:sp>
        <p:nvSpPr>
          <p:cNvPr id="122" name="Shape 120"/>
          <p:cNvSpPr/>
          <p:nvPr/>
        </p:nvSpPr>
        <p:spPr>
          <a:xfrm>
            <a:off x="1188720" y="4242816"/>
            <a:ext cx="2788920" cy="411480"/>
          </a:xfrm>
          <a:prstGeom prst="rect">
            <a:avLst/>
          </a:prstGeom>
          <a:solidFill>
            <a:srgbClr val="FFFFFF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123" name="Text 121"/>
          <p:cNvSpPr/>
          <p:nvPr/>
        </p:nvSpPr>
        <p:spPr>
          <a:xfrm>
            <a:off x="1220724" y="4288536"/>
            <a:ext cx="2724912" cy="320040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6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٪</a:t>
            </a:r>
            <a:endParaRPr lang="en-US" sz="660" dirty="0"/>
          </a:p>
        </p:txBody>
      </p:sp>
      <p:sp>
        <p:nvSpPr>
          <p:cNvPr id="124" name="Shape 122"/>
          <p:cNvSpPr/>
          <p:nvPr/>
        </p:nvSpPr>
        <p:spPr>
          <a:xfrm>
            <a:off x="3977640" y="4242816"/>
            <a:ext cx="1143000" cy="411480"/>
          </a:xfrm>
          <a:prstGeom prst="rect">
            <a:avLst/>
          </a:prstGeom>
          <a:solidFill>
            <a:srgbClr val="FFFFFF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125" name="Text 123"/>
          <p:cNvSpPr/>
          <p:nvPr/>
        </p:nvSpPr>
        <p:spPr>
          <a:xfrm>
            <a:off x="4009644" y="4288536"/>
            <a:ext cx="1078992" cy="320040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6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أ/أص/ح</a:t>
            </a:r>
            <a:endParaRPr lang="en-US" sz="660" dirty="0"/>
          </a:p>
        </p:txBody>
      </p:sp>
      <p:sp>
        <p:nvSpPr>
          <p:cNvPr id="126" name="Shape 124"/>
          <p:cNvSpPr/>
          <p:nvPr/>
        </p:nvSpPr>
        <p:spPr>
          <a:xfrm>
            <a:off x="5120640" y="4242816"/>
            <a:ext cx="914400" cy="411480"/>
          </a:xfrm>
          <a:prstGeom prst="rect">
            <a:avLst/>
          </a:prstGeom>
          <a:solidFill>
            <a:srgbClr val="FFFFFF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127" name="Text 125"/>
          <p:cNvSpPr/>
          <p:nvPr/>
        </p:nvSpPr>
        <p:spPr>
          <a:xfrm>
            <a:off x="5152644" y="4288536"/>
            <a:ext cx="850392" cy="320040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6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وقت</a:t>
            </a:r>
            <a:endParaRPr lang="en-US" sz="660" dirty="0"/>
          </a:p>
        </p:txBody>
      </p:sp>
      <p:sp>
        <p:nvSpPr>
          <p:cNvPr id="128" name="Shape 126"/>
          <p:cNvSpPr/>
          <p:nvPr/>
        </p:nvSpPr>
        <p:spPr>
          <a:xfrm>
            <a:off x="6035040" y="4242816"/>
            <a:ext cx="914400" cy="411480"/>
          </a:xfrm>
          <a:prstGeom prst="rect">
            <a:avLst/>
          </a:prstGeom>
          <a:solidFill>
            <a:srgbClr val="FFFFFF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129" name="Text 127"/>
          <p:cNvSpPr/>
          <p:nvPr/>
        </p:nvSpPr>
        <p:spPr>
          <a:xfrm>
            <a:off x="6067044" y="4288536"/>
            <a:ext cx="850392" cy="320040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6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وقت</a:t>
            </a:r>
            <a:endParaRPr lang="en-US" sz="660" dirty="0"/>
          </a:p>
        </p:txBody>
      </p:sp>
      <p:sp>
        <p:nvSpPr>
          <p:cNvPr id="130" name="Shape 128"/>
          <p:cNvSpPr/>
          <p:nvPr/>
        </p:nvSpPr>
        <p:spPr>
          <a:xfrm>
            <a:off x="6949440" y="4242816"/>
            <a:ext cx="914400" cy="411480"/>
          </a:xfrm>
          <a:prstGeom prst="rect">
            <a:avLst/>
          </a:prstGeom>
          <a:solidFill>
            <a:srgbClr val="FFFFFF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131" name="Text 129"/>
          <p:cNvSpPr/>
          <p:nvPr/>
        </p:nvSpPr>
        <p:spPr>
          <a:xfrm>
            <a:off x="6981444" y="4288536"/>
            <a:ext cx="850392" cy="320040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6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اسم</a:t>
            </a:r>
            <a:endParaRPr lang="en-US" sz="660" dirty="0"/>
          </a:p>
        </p:txBody>
      </p:sp>
      <p:sp>
        <p:nvSpPr>
          <p:cNvPr id="132" name="Shape 130"/>
          <p:cNvSpPr/>
          <p:nvPr/>
        </p:nvSpPr>
        <p:spPr>
          <a:xfrm>
            <a:off x="7863840" y="4242816"/>
            <a:ext cx="1097280" cy="411480"/>
          </a:xfrm>
          <a:prstGeom prst="rect">
            <a:avLst/>
          </a:prstGeom>
          <a:solidFill>
            <a:srgbClr val="FFFFFF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133" name="Text 131"/>
          <p:cNvSpPr/>
          <p:nvPr/>
        </p:nvSpPr>
        <p:spPr>
          <a:xfrm>
            <a:off x="7895844" y="4288536"/>
            <a:ext cx="1033272" cy="320040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6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اسم النشاط/المخرج</a:t>
            </a:r>
            <a:endParaRPr lang="en-US" sz="660" dirty="0"/>
          </a:p>
        </p:txBody>
      </p:sp>
      <p:sp>
        <p:nvSpPr>
          <p:cNvPr id="134" name="Shape 132"/>
          <p:cNvSpPr/>
          <p:nvPr/>
        </p:nvSpPr>
        <p:spPr>
          <a:xfrm>
            <a:off x="8961120" y="4242816"/>
            <a:ext cx="1828800" cy="411480"/>
          </a:xfrm>
          <a:prstGeom prst="rect">
            <a:avLst/>
          </a:prstGeom>
          <a:solidFill>
            <a:srgbClr val="FFFFFF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135" name="Text 133"/>
          <p:cNvSpPr/>
          <p:nvPr/>
        </p:nvSpPr>
        <p:spPr>
          <a:xfrm>
            <a:off x="8993124" y="4288536"/>
            <a:ext cx="1764792" cy="320040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6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٧</a:t>
            </a:r>
            <a:endParaRPr lang="en-US" sz="660" dirty="0"/>
          </a:p>
        </p:txBody>
      </p:sp>
      <p:sp>
        <p:nvSpPr>
          <p:cNvPr id="136" name="Shape 134"/>
          <p:cNvSpPr/>
          <p:nvPr/>
        </p:nvSpPr>
        <p:spPr>
          <a:xfrm>
            <a:off x="777240" y="4654296"/>
            <a:ext cx="411480" cy="411480"/>
          </a:xfrm>
          <a:prstGeom prst="rect">
            <a:avLst/>
          </a:prstGeom>
          <a:solidFill>
            <a:srgbClr val="F7FAFA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137" name="Text 135"/>
          <p:cNvSpPr/>
          <p:nvPr/>
        </p:nvSpPr>
        <p:spPr>
          <a:xfrm>
            <a:off x="809244" y="4700016"/>
            <a:ext cx="347472" cy="320040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6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رابط/مرفق</a:t>
            </a:r>
            <a:endParaRPr lang="en-US" sz="660" dirty="0"/>
          </a:p>
        </p:txBody>
      </p:sp>
      <p:sp>
        <p:nvSpPr>
          <p:cNvPr id="138" name="Shape 136"/>
          <p:cNvSpPr/>
          <p:nvPr/>
        </p:nvSpPr>
        <p:spPr>
          <a:xfrm>
            <a:off x="1188720" y="4654296"/>
            <a:ext cx="2788920" cy="411480"/>
          </a:xfrm>
          <a:prstGeom prst="rect">
            <a:avLst/>
          </a:prstGeom>
          <a:solidFill>
            <a:srgbClr val="F7FAFA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139" name="Text 137"/>
          <p:cNvSpPr/>
          <p:nvPr/>
        </p:nvSpPr>
        <p:spPr>
          <a:xfrm>
            <a:off x="1220724" y="4700016"/>
            <a:ext cx="2724912" cy="320040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6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٪</a:t>
            </a:r>
            <a:endParaRPr lang="en-US" sz="660" dirty="0"/>
          </a:p>
        </p:txBody>
      </p:sp>
      <p:sp>
        <p:nvSpPr>
          <p:cNvPr id="140" name="Shape 138"/>
          <p:cNvSpPr/>
          <p:nvPr/>
        </p:nvSpPr>
        <p:spPr>
          <a:xfrm>
            <a:off x="3977640" y="4654296"/>
            <a:ext cx="1143000" cy="411480"/>
          </a:xfrm>
          <a:prstGeom prst="rect">
            <a:avLst/>
          </a:prstGeom>
          <a:solidFill>
            <a:srgbClr val="F7FAFA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141" name="Text 139"/>
          <p:cNvSpPr/>
          <p:nvPr/>
        </p:nvSpPr>
        <p:spPr>
          <a:xfrm>
            <a:off x="4009644" y="4700016"/>
            <a:ext cx="1078992" cy="320040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6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أ/أص/ح</a:t>
            </a:r>
            <a:endParaRPr lang="en-US" sz="660" dirty="0"/>
          </a:p>
        </p:txBody>
      </p:sp>
      <p:sp>
        <p:nvSpPr>
          <p:cNvPr id="142" name="Shape 140"/>
          <p:cNvSpPr/>
          <p:nvPr/>
        </p:nvSpPr>
        <p:spPr>
          <a:xfrm>
            <a:off x="5120640" y="4654296"/>
            <a:ext cx="914400" cy="411480"/>
          </a:xfrm>
          <a:prstGeom prst="rect">
            <a:avLst/>
          </a:prstGeom>
          <a:solidFill>
            <a:srgbClr val="F7FAFA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143" name="Text 141"/>
          <p:cNvSpPr/>
          <p:nvPr/>
        </p:nvSpPr>
        <p:spPr>
          <a:xfrm>
            <a:off x="5152644" y="4700016"/>
            <a:ext cx="850392" cy="320040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6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وقت</a:t>
            </a:r>
            <a:endParaRPr lang="en-US" sz="660" dirty="0"/>
          </a:p>
        </p:txBody>
      </p:sp>
      <p:sp>
        <p:nvSpPr>
          <p:cNvPr id="144" name="Shape 142"/>
          <p:cNvSpPr/>
          <p:nvPr/>
        </p:nvSpPr>
        <p:spPr>
          <a:xfrm>
            <a:off x="6035040" y="4654296"/>
            <a:ext cx="914400" cy="411480"/>
          </a:xfrm>
          <a:prstGeom prst="rect">
            <a:avLst/>
          </a:prstGeom>
          <a:solidFill>
            <a:srgbClr val="F7FAFA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145" name="Text 143"/>
          <p:cNvSpPr/>
          <p:nvPr/>
        </p:nvSpPr>
        <p:spPr>
          <a:xfrm>
            <a:off x="6067044" y="4700016"/>
            <a:ext cx="850392" cy="320040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6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وقت</a:t>
            </a:r>
            <a:endParaRPr lang="en-US" sz="660" dirty="0"/>
          </a:p>
        </p:txBody>
      </p:sp>
      <p:sp>
        <p:nvSpPr>
          <p:cNvPr id="146" name="Shape 144"/>
          <p:cNvSpPr/>
          <p:nvPr/>
        </p:nvSpPr>
        <p:spPr>
          <a:xfrm>
            <a:off x="6949440" y="4654296"/>
            <a:ext cx="914400" cy="411480"/>
          </a:xfrm>
          <a:prstGeom prst="rect">
            <a:avLst/>
          </a:prstGeom>
          <a:solidFill>
            <a:srgbClr val="F7FAFA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147" name="Text 145"/>
          <p:cNvSpPr/>
          <p:nvPr/>
        </p:nvSpPr>
        <p:spPr>
          <a:xfrm>
            <a:off x="6981444" y="4700016"/>
            <a:ext cx="850392" cy="320040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6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اسم</a:t>
            </a:r>
            <a:endParaRPr lang="en-US" sz="660" dirty="0"/>
          </a:p>
        </p:txBody>
      </p:sp>
      <p:sp>
        <p:nvSpPr>
          <p:cNvPr id="148" name="Shape 146"/>
          <p:cNvSpPr/>
          <p:nvPr/>
        </p:nvSpPr>
        <p:spPr>
          <a:xfrm>
            <a:off x="7863840" y="4654296"/>
            <a:ext cx="1097280" cy="411480"/>
          </a:xfrm>
          <a:prstGeom prst="rect">
            <a:avLst/>
          </a:prstGeom>
          <a:solidFill>
            <a:srgbClr val="F7FAFA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149" name="Text 147"/>
          <p:cNvSpPr/>
          <p:nvPr/>
        </p:nvSpPr>
        <p:spPr>
          <a:xfrm>
            <a:off x="7895844" y="4700016"/>
            <a:ext cx="1033272" cy="320040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6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اسم النشاط/المخرج</a:t>
            </a:r>
            <a:endParaRPr lang="en-US" sz="660" dirty="0"/>
          </a:p>
        </p:txBody>
      </p:sp>
      <p:sp>
        <p:nvSpPr>
          <p:cNvPr id="150" name="Shape 148"/>
          <p:cNvSpPr/>
          <p:nvPr/>
        </p:nvSpPr>
        <p:spPr>
          <a:xfrm>
            <a:off x="8961120" y="4654296"/>
            <a:ext cx="1828800" cy="411480"/>
          </a:xfrm>
          <a:prstGeom prst="rect">
            <a:avLst/>
          </a:prstGeom>
          <a:solidFill>
            <a:srgbClr val="F7FAFA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151" name="Text 149"/>
          <p:cNvSpPr/>
          <p:nvPr/>
        </p:nvSpPr>
        <p:spPr>
          <a:xfrm>
            <a:off x="8993124" y="4700016"/>
            <a:ext cx="1764792" cy="320040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6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٨</a:t>
            </a:r>
            <a:endParaRPr lang="en-US" sz="66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8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08283B"/>
          </a:solidFill>
          <a:ln w="12700">
            <a:solidFill>
              <a:srgbClr val="08283B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3" name="Shape 1"/>
          <p:cNvSpPr/>
          <p:nvPr/>
        </p:nvSpPr>
        <p:spPr>
          <a:xfrm>
            <a:off x="0" y="658368"/>
            <a:ext cx="12191695" cy="36576"/>
          </a:xfrm>
          <a:prstGeom prst="rect">
            <a:avLst/>
          </a:prstGeom>
          <a:solidFill>
            <a:srgbClr val="C9A24A"/>
          </a:solidFill>
          <a:ln w="12700">
            <a:solidFill>
              <a:srgbClr val="C9A24A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4" name="Text 2"/>
          <p:cNvSpPr/>
          <p:nvPr/>
        </p:nvSpPr>
        <p:spPr>
          <a:xfrm>
            <a:off x="411480" y="182880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740" b="1" dirty="0">
                <a:solidFill>
                  <a:srgbClr val="C9A24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تقرير يومي للمسار</a:t>
            </a:r>
            <a:endParaRPr lang="en-US" sz="740" dirty="0"/>
          </a:p>
        </p:txBody>
      </p:sp>
      <p:sp>
        <p:nvSpPr>
          <p:cNvPr id="5" name="Text 3"/>
          <p:cNvSpPr/>
          <p:nvPr/>
        </p:nvSpPr>
        <p:spPr>
          <a:xfrm>
            <a:off x="2788920" y="109728"/>
            <a:ext cx="9006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17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المخاطر والقضايا والتصعيد</a:t>
            </a:r>
            <a:endParaRPr lang="en-US" sz="1720" dirty="0"/>
          </a:p>
        </p:txBody>
      </p:sp>
      <p:sp>
        <p:nvSpPr>
          <p:cNvPr id="6" name="Text 4"/>
          <p:cNvSpPr/>
          <p:nvPr/>
        </p:nvSpPr>
        <p:spPr>
          <a:xfrm>
            <a:off x="630936" y="1078992"/>
            <a:ext cx="52303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1010" b="1" dirty="0">
                <a:solidFill>
                  <a:srgbClr val="D64D3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المخاطر</a:t>
            </a:r>
            <a:endParaRPr lang="en-US" sz="1010" dirty="0"/>
          </a:p>
        </p:txBody>
      </p:sp>
      <p:sp>
        <p:nvSpPr>
          <p:cNvPr id="7" name="Shape 5"/>
          <p:cNvSpPr/>
          <p:nvPr/>
        </p:nvSpPr>
        <p:spPr>
          <a:xfrm>
            <a:off x="630936" y="1353312"/>
            <a:ext cx="5230368" cy="0"/>
          </a:xfrm>
          <a:prstGeom prst="line">
            <a:avLst/>
          </a:prstGeom>
          <a:noFill/>
          <a:ln w="12700">
            <a:solidFill>
              <a:srgbClr val="D64D3F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8" name="Shape 6"/>
          <p:cNvSpPr/>
          <p:nvPr/>
        </p:nvSpPr>
        <p:spPr>
          <a:xfrm>
            <a:off x="777240" y="1481328"/>
            <a:ext cx="502920" cy="292608"/>
          </a:xfrm>
          <a:prstGeom prst="rect">
            <a:avLst/>
          </a:prstGeom>
          <a:solidFill>
            <a:srgbClr val="D64D3F"/>
          </a:solidFill>
          <a:ln w="4445">
            <a:solidFill>
              <a:srgbClr val="FFFFFF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9" name="Text 7"/>
          <p:cNvSpPr/>
          <p:nvPr/>
        </p:nvSpPr>
        <p:spPr>
          <a:xfrm>
            <a:off x="804672" y="1531620"/>
            <a:ext cx="44805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71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المالك</a:t>
            </a:r>
            <a:endParaRPr lang="en-US" sz="710" dirty="0"/>
          </a:p>
        </p:txBody>
      </p:sp>
      <p:sp>
        <p:nvSpPr>
          <p:cNvPr id="10" name="Shape 8"/>
          <p:cNvSpPr/>
          <p:nvPr/>
        </p:nvSpPr>
        <p:spPr>
          <a:xfrm>
            <a:off x="1280160" y="1481328"/>
            <a:ext cx="1645920" cy="292608"/>
          </a:xfrm>
          <a:prstGeom prst="rect">
            <a:avLst/>
          </a:prstGeom>
          <a:solidFill>
            <a:srgbClr val="D64D3F"/>
          </a:solidFill>
          <a:ln w="4445">
            <a:solidFill>
              <a:srgbClr val="FFFFFF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11" name="Text 9"/>
          <p:cNvSpPr/>
          <p:nvPr/>
        </p:nvSpPr>
        <p:spPr>
          <a:xfrm>
            <a:off x="1307592" y="1531620"/>
            <a:ext cx="159105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71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آخر موعد</a:t>
            </a:r>
            <a:endParaRPr lang="en-US" sz="710" dirty="0"/>
          </a:p>
        </p:txBody>
      </p:sp>
      <p:sp>
        <p:nvSpPr>
          <p:cNvPr id="12" name="Shape 10"/>
          <p:cNvSpPr/>
          <p:nvPr/>
        </p:nvSpPr>
        <p:spPr>
          <a:xfrm>
            <a:off x="2926080" y="1481328"/>
            <a:ext cx="822960" cy="292608"/>
          </a:xfrm>
          <a:prstGeom prst="rect">
            <a:avLst/>
          </a:prstGeom>
          <a:solidFill>
            <a:srgbClr val="D64D3F"/>
          </a:solidFill>
          <a:ln w="4445">
            <a:solidFill>
              <a:srgbClr val="FFFFFF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13" name="Text 11"/>
          <p:cNvSpPr/>
          <p:nvPr/>
        </p:nvSpPr>
        <p:spPr>
          <a:xfrm>
            <a:off x="2953512" y="1531620"/>
            <a:ext cx="7680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71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التوصية</a:t>
            </a:r>
            <a:endParaRPr lang="en-US" sz="710" dirty="0"/>
          </a:p>
        </p:txBody>
      </p:sp>
      <p:sp>
        <p:nvSpPr>
          <p:cNvPr id="14" name="Shape 12"/>
          <p:cNvSpPr/>
          <p:nvPr/>
        </p:nvSpPr>
        <p:spPr>
          <a:xfrm>
            <a:off x="3749040" y="1481328"/>
            <a:ext cx="1234440" cy="292608"/>
          </a:xfrm>
          <a:prstGeom prst="rect">
            <a:avLst/>
          </a:prstGeom>
          <a:solidFill>
            <a:srgbClr val="D64D3F"/>
          </a:solidFill>
          <a:ln w="4445">
            <a:solidFill>
              <a:srgbClr val="FFFFFF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15" name="Text 13"/>
          <p:cNvSpPr/>
          <p:nvPr/>
        </p:nvSpPr>
        <p:spPr>
          <a:xfrm>
            <a:off x="3776472" y="1531620"/>
            <a:ext cx="11795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71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الوصف</a:t>
            </a:r>
            <a:endParaRPr lang="en-US" sz="710" dirty="0"/>
          </a:p>
        </p:txBody>
      </p:sp>
      <p:sp>
        <p:nvSpPr>
          <p:cNvPr id="16" name="Shape 14"/>
          <p:cNvSpPr/>
          <p:nvPr/>
        </p:nvSpPr>
        <p:spPr>
          <a:xfrm>
            <a:off x="4983480" y="1481328"/>
            <a:ext cx="685800" cy="292608"/>
          </a:xfrm>
          <a:prstGeom prst="rect">
            <a:avLst/>
          </a:prstGeom>
          <a:solidFill>
            <a:srgbClr val="D64D3F"/>
          </a:solidFill>
          <a:ln w="4445">
            <a:solidFill>
              <a:srgbClr val="FFFFFF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17" name="Text 15"/>
          <p:cNvSpPr/>
          <p:nvPr/>
        </p:nvSpPr>
        <p:spPr>
          <a:xfrm>
            <a:off x="5010912" y="1531620"/>
            <a:ext cx="63093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71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الحالة اللونية</a:t>
            </a:r>
            <a:endParaRPr lang="en-US" sz="710" dirty="0"/>
          </a:p>
        </p:txBody>
      </p:sp>
      <p:sp>
        <p:nvSpPr>
          <p:cNvPr id="18" name="Shape 16"/>
          <p:cNvSpPr/>
          <p:nvPr/>
        </p:nvSpPr>
        <p:spPr>
          <a:xfrm>
            <a:off x="5669280" y="1481328"/>
            <a:ext cx="502920" cy="292608"/>
          </a:xfrm>
          <a:prstGeom prst="rect">
            <a:avLst/>
          </a:prstGeom>
          <a:solidFill>
            <a:srgbClr val="D64D3F"/>
          </a:solidFill>
          <a:ln w="4445">
            <a:solidFill>
              <a:srgbClr val="FFFFFF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19" name="Text 17"/>
          <p:cNvSpPr/>
          <p:nvPr/>
        </p:nvSpPr>
        <p:spPr>
          <a:xfrm>
            <a:off x="5696712" y="1531620"/>
            <a:ext cx="44805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71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موعد الإجراء</a:t>
            </a:r>
            <a:endParaRPr lang="en-US" sz="710" dirty="0"/>
          </a:p>
        </p:txBody>
      </p:sp>
      <p:sp>
        <p:nvSpPr>
          <p:cNvPr id="20" name="Shape 18"/>
          <p:cNvSpPr/>
          <p:nvPr/>
        </p:nvSpPr>
        <p:spPr>
          <a:xfrm>
            <a:off x="777240" y="1773936"/>
            <a:ext cx="502920" cy="384048"/>
          </a:xfrm>
          <a:prstGeom prst="rect">
            <a:avLst/>
          </a:prstGeom>
          <a:solidFill>
            <a:srgbClr val="FFFFFF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21" name="Text 19"/>
          <p:cNvSpPr/>
          <p:nvPr/>
        </p:nvSpPr>
        <p:spPr>
          <a:xfrm>
            <a:off x="809244" y="1819656"/>
            <a:ext cx="438912" cy="292608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5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مالك</a:t>
            </a:r>
            <a:endParaRPr lang="en-US" sz="650" dirty="0"/>
          </a:p>
        </p:txBody>
      </p:sp>
      <p:sp>
        <p:nvSpPr>
          <p:cNvPr id="22" name="Shape 20"/>
          <p:cNvSpPr/>
          <p:nvPr/>
        </p:nvSpPr>
        <p:spPr>
          <a:xfrm>
            <a:off x="1280160" y="1773936"/>
            <a:ext cx="1645920" cy="384048"/>
          </a:xfrm>
          <a:prstGeom prst="rect">
            <a:avLst/>
          </a:prstGeom>
          <a:solidFill>
            <a:srgbClr val="FFFFFF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23" name="Text 21"/>
          <p:cNvSpPr/>
          <p:nvPr/>
        </p:nvSpPr>
        <p:spPr>
          <a:xfrm>
            <a:off x="1312164" y="1819656"/>
            <a:ext cx="1581912" cy="292608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5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وقت</a:t>
            </a:r>
            <a:endParaRPr lang="en-US" sz="650" dirty="0"/>
          </a:p>
        </p:txBody>
      </p:sp>
      <p:sp>
        <p:nvSpPr>
          <p:cNvPr id="24" name="Shape 22"/>
          <p:cNvSpPr/>
          <p:nvPr/>
        </p:nvSpPr>
        <p:spPr>
          <a:xfrm>
            <a:off x="2926080" y="1773936"/>
            <a:ext cx="822960" cy="384048"/>
          </a:xfrm>
          <a:prstGeom prst="rect">
            <a:avLst/>
          </a:prstGeom>
          <a:solidFill>
            <a:srgbClr val="FFFFFF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25" name="Text 23"/>
          <p:cNvSpPr/>
          <p:nvPr/>
        </p:nvSpPr>
        <p:spPr>
          <a:xfrm>
            <a:off x="2958084" y="1819656"/>
            <a:ext cx="758952" cy="292608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5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توصية</a:t>
            </a:r>
            <a:endParaRPr lang="en-US" sz="650" dirty="0"/>
          </a:p>
        </p:txBody>
      </p:sp>
      <p:sp>
        <p:nvSpPr>
          <p:cNvPr id="26" name="Shape 24"/>
          <p:cNvSpPr/>
          <p:nvPr/>
        </p:nvSpPr>
        <p:spPr>
          <a:xfrm>
            <a:off x="3749040" y="1773936"/>
            <a:ext cx="1234440" cy="384048"/>
          </a:xfrm>
          <a:prstGeom prst="rect">
            <a:avLst/>
          </a:prstGeom>
          <a:solidFill>
            <a:srgbClr val="FFFFFF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27" name="Text 25"/>
          <p:cNvSpPr/>
          <p:nvPr/>
        </p:nvSpPr>
        <p:spPr>
          <a:xfrm>
            <a:off x="3781044" y="1819656"/>
            <a:ext cx="1170432" cy="292608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5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قرار/اعتماد</a:t>
            </a:r>
            <a:endParaRPr lang="en-US" sz="650" dirty="0"/>
          </a:p>
        </p:txBody>
      </p:sp>
      <p:sp>
        <p:nvSpPr>
          <p:cNvPr id="28" name="Shape 26"/>
          <p:cNvSpPr/>
          <p:nvPr/>
        </p:nvSpPr>
        <p:spPr>
          <a:xfrm>
            <a:off x="4983480" y="1773936"/>
            <a:ext cx="685800" cy="384048"/>
          </a:xfrm>
          <a:prstGeom prst="rect">
            <a:avLst/>
          </a:prstGeom>
          <a:solidFill>
            <a:srgbClr val="FFFFFF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29" name="Text 27"/>
          <p:cNvSpPr/>
          <p:nvPr/>
        </p:nvSpPr>
        <p:spPr>
          <a:xfrm>
            <a:off x="5015484" y="1819656"/>
            <a:ext cx="621792" cy="292608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5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ح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5669280" y="1773936"/>
            <a:ext cx="502920" cy="384048"/>
          </a:xfrm>
          <a:prstGeom prst="rect">
            <a:avLst/>
          </a:prstGeom>
          <a:solidFill>
            <a:srgbClr val="FFFFFF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31" name="Text 29"/>
          <p:cNvSpPr/>
          <p:nvPr/>
        </p:nvSpPr>
        <p:spPr>
          <a:xfrm>
            <a:off x="5701284" y="1819656"/>
            <a:ext cx="438912" cy="292608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5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وقت</a:t>
            </a:r>
            <a:endParaRPr lang="en-US" sz="650" dirty="0"/>
          </a:p>
        </p:txBody>
      </p:sp>
      <p:sp>
        <p:nvSpPr>
          <p:cNvPr id="32" name="Shape 30"/>
          <p:cNvSpPr/>
          <p:nvPr/>
        </p:nvSpPr>
        <p:spPr>
          <a:xfrm>
            <a:off x="777240" y="2157984"/>
            <a:ext cx="502920" cy="384048"/>
          </a:xfrm>
          <a:prstGeom prst="rect">
            <a:avLst/>
          </a:prstGeom>
          <a:solidFill>
            <a:srgbClr val="F7FAFA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33" name="Text 31"/>
          <p:cNvSpPr/>
          <p:nvPr/>
        </p:nvSpPr>
        <p:spPr>
          <a:xfrm>
            <a:off x="809244" y="2203704"/>
            <a:ext cx="438912" cy="292608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5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مالك</a:t>
            </a:r>
            <a:endParaRPr lang="en-US" sz="650" dirty="0"/>
          </a:p>
        </p:txBody>
      </p:sp>
      <p:sp>
        <p:nvSpPr>
          <p:cNvPr id="34" name="Shape 32"/>
          <p:cNvSpPr/>
          <p:nvPr/>
        </p:nvSpPr>
        <p:spPr>
          <a:xfrm>
            <a:off x="1280160" y="2157984"/>
            <a:ext cx="1645920" cy="384048"/>
          </a:xfrm>
          <a:prstGeom prst="rect">
            <a:avLst/>
          </a:prstGeom>
          <a:solidFill>
            <a:srgbClr val="F7FAFA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35" name="Text 33"/>
          <p:cNvSpPr/>
          <p:nvPr/>
        </p:nvSpPr>
        <p:spPr>
          <a:xfrm>
            <a:off x="1312164" y="2203704"/>
            <a:ext cx="1581912" cy="292608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5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وقت</a:t>
            </a:r>
            <a:endParaRPr lang="en-US" sz="650" dirty="0"/>
          </a:p>
        </p:txBody>
      </p:sp>
      <p:sp>
        <p:nvSpPr>
          <p:cNvPr id="36" name="Shape 34"/>
          <p:cNvSpPr/>
          <p:nvPr/>
        </p:nvSpPr>
        <p:spPr>
          <a:xfrm>
            <a:off x="2926080" y="2157984"/>
            <a:ext cx="822960" cy="384048"/>
          </a:xfrm>
          <a:prstGeom prst="rect">
            <a:avLst/>
          </a:prstGeom>
          <a:solidFill>
            <a:srgbClr val="F7FAFA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37" name="Text 35"/>
          <p:cNvSpPr/>
          <p:nvPr/>
        </p:nvSpPr>
        <p:spPr>
          <a:xfrm>
            <a:off x="2958084" y="2203704"/>
            <a:ext cx="758952" cy="292608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5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توصية</a:t>
            </a:r>
            <a:endParaRPr lang="en-US" sz="650" dirty="0"/>
          </a:p>
        </p:txBody>
      </p:sp>
      <p:sp>
        <p:nvSpPr>
          <p:cNvPr id="38" name="Shape 36"/>
          <p:cNvSpPr/>
          <p:nvPr/>
        </p:nvSpPr>
        <p:spPr>
          <a:xfrm>
            <a:off x="3749040" y="2157984"/>
            <a:ext cx="1234440" cy="384048"/>
          </a:xfrm>
          <a:prstGeom prst="rect">
            <a:avLst/>
          </a:prstGeom>
          <a:solidFill>
            <a:srgbClr val="F7FAFA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39" name="Text 37"/>
          <p:cNvSpPr/>
          <p:nvPr/>
        </p:nvSpPr>
        <p:spPr>
          <a:xfrm>
            <a:off x="3781044" y="2203704"/>
            <a:ext cx="1170432" cy="292608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5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قرار/اعتماد</a:t>
            </a:r>
            <a:endParaRPr lang="en-US" sz="650" dirty="0"/>
          </a:p>
        </p:txBody>
      </p:sp>
      <p:sp>
        <p:nvSpPr>
          <p:cNvPr id="40" name="Shape 38"/>
          <p:cNvSpPr/>
          <p:nvPr/>
        </p:nvSpPr>
        <p:spPr>
          <a:xfrm>
            <a:off x="4983480" y="2157984"/>
            <a:ext cx="685800" cy="384048"/>
          </a:xfrm>
          <a:prstGeom prst="rect">
            <a:avLst/>
          </a:prstGeom>
          <a:solidFill>
            <a:srgbClr val="F7FAFA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41" name="Text 39"/>
          <p:cNvSpPr/>
          <p:nvPr/>
        </p:nvSpPr>
        <p:spPr>
          <a:xfrm>
            <a:off x="5015484" y="2203704"/>
            <a:ext cx="621792" cy="292608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5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أص</a:t>
            </a:r>
            <a:endParaRPr lang="en-US" sz="650" dirty="0"/>
          </a:p>
        </p:txBody>
      </p:sp>
      <p:sp>
        <p:nvSpPr>
          <p:cNvPr id="42" name="Shape 40"/>
          <p:cNvSpPr/>
          <p:nvPr/>
        </p:nvSpPr>
        <p:spPr>
          <a:xfrm>
            <a:off x="5669280" y="2157984"/>
            <a:ext cx="502920" cy="384048"/>
          </a:xfrm>
          <a:prstGeom prst="rect">
            <a:avLst/>
          </a:prstGeom>
          <a:solidFill>
            <a:srgbClr val="F7FAFA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43" name="Text 41"/>
          <p:cNvSpPr/>
          <p:nvPr/>
        </p:nvSpPr>
        <p:spPr>
          <a:xfrm>
            <a:off x="5701284" y="2203704"/>
            <a:ext cx="438912" cy="292608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5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وقت</a:t>
            </a:r>
            <a:endParaRPr lang="en-US" sz="650" dirty="0"/>
          </a:p>
        </p:txBody>
      </p:sp>
      <p:sp>
        <p:nvSpPr>
          <p:cNvPr id="44" name="Shape 42"/>
          <p:cNvSpPr/>
          <p:nvPr/>
        </p:nvSpPr>
        <p:spPr>
          <a:xfrm>
            <a:off x="777240" y="2542032"/>
            <a:ext cx="502920" cy="384048"/>
          </a:xfrm>
          <a:prstGeom prst="rect">
            <a:avLst/>
          </a:prstGeom>
          <a:solidFill>
            <a:srgbClr val="FFFFFF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45" name="Text 43"/>
          <p:cNvSpPr/>
          <p:nvPr/>
        </p:nvSpPr>
        <p:spPr>
          <a:xfrm>
            <a:off x="809244" y="2587752"/>
            <a:ext cx="438912" cy="292608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5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مالك</a:t>
            </a:r>
            <a:endParaRPr lang="en-US" sz="650" dirty="0"/>
          </a:p>
        </p:txBody>
      </p:sp>
      <p:sp>
        <p:nvSpPr>
          <p:cNvPr id="46" name="Shape 44"/>
          <p:cNvSpPr/>
          <p:nvPr/>
        </p:nvSpPr>
        <p:spPr>
          <a:xfrm>
            <a:off x="1280160" y="2542032"/>
            <a:ext cx="1645920" cy="384048"/>
          </a:xfrm>
          <a:prstGeom prst="rect">
            <a:avLst/>
          </a:prstGeom>
          <a:solidFill>
            <a:srgbClr val="FFFFFF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47" name="Text 45"/>
          <p:cNvSpPr/>
          <p:nvPr/>
        </p:nvSpPr>
        <p:spPr>
          <a:xfrm>
            <a:off x="1312164" y="2587752"/>
            <a:ext cx="1581912" cy="292608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5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وقت</a:t>
            </a:r>
            <a:endParaRPr lang="en-US" sz="650" dirty="0"/>
          </a:p>
        </p:txBody>
      </p:sp>
      <p:sp>
        <p:nvSpPr>
          <p:cNvPr id="48" name="Shape 46"/>
          <p:cNvSpPr/>
          <p:nvPr/>
        </p:nvSpPr>
        <p:spPr>
          <a:xfrm>
            <a:off x="2926080" y="2542032"/>
            <a:ext cx="822960" cy="384048"/>
          </a:xfrm>
          <a:prstGeom prst="rect">
            <a:avLst/>
          </a:prstGeom>
          <a:solidFill>
            <a:srgbClr val="FFFFFF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49" name="Text 47"/>
          <p:cNvSpPr/>
          <p:nvPr/>
        </p:nvSpPr>
        <p:spPr>
          <a:xfrm>
            <a:off x="2958084" y="2587752"/>
            <a:ext cx="758952" cy="292608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5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توصية</a:t>
            </a:r>
            <a:endParaRPr lang="en-US" sz="650" dirty="0"/>
          </a:p>
        </p:txBody>
      </p:sp>
      <p:sp>
        <p:nvSpPr>
          <p:cNvPr id="50" name="Shape 48"/>
          <p:cNvSpPr/>
          <p:nvPr/>
        </p:nvSpPr>
        <p:spPr>
          <a:xfrm>
            <a:off x="3749040" y="2542032"/>
            <a:ext cx="1234440" cy="384048"/>
          </a:xfrm>
          <a:prstGeom prst="rect">
            <a:avLst/>
          </a:prstGeom>
          <a:solidFill>
            <a:srgbClr val="FFFFFF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51" name="Text 49"/>
          <p:cNvSpPr/>
          <p:nvPr/>
        </p:nvSpPr>
        <p:spPr>
          <a:xfrm>
            <a:off x="3781044" y="2587752"/>
            <a:ext cx="1170432" cy="292608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5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قرار/اعتماد</a:t>
            </a:r>
            <a:endParaRPr lang="en-US" sz="650" dirty="0"/>
          </a:p>
        </p:txBody>
      </p:sp>
      <p:sp>
        <p:nvSpPr>
          <p:cNvPr id="52" name="Shape 50"/>
          <p:cNvSpPr/>
          <p:nvPr/>
        </p:nvSpPr>
        <p:spPr>
          <a:xfrm>
            <a:off x="4983480" y="2542032"/>
            <a:ext cx="685800" cy="384048"/>
          </a:xfrm>
          <a:prstGeom prst="rect">
            <a:avLst/>
          </a:prstGeom>
          <a:solidFill>
            <a:srgbClr val="FFFFFF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53" name="Text 51"/>
          <p:cNvSpPr/>
          <p:nvPr/>
        </p:nvSpPr>
        <p:spPr>
          <a:xfrm>
            <a:off x="5015484" y="2587752"/>
            <a:ext cx="621792" cy="292608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5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أ</a:t>
            </a:r>
            <a:endParaRPr lang="en-US" sz="650" dirty="0"/>
          </a:p>
        </p:txBody>
      </p:sp>
      <p:sp>
        <p:nvSpPr>
          <p:cNvPr id="54" name="Shape 52"/>
          <p:cNvSpPr/>
          <p:nvPr/>
        </p:nvSpPr>
        <p:spPr>
          <a:xfrm>
            <a:off x="5669280" y="2542032"/>
            <a:ext cx="502920" cy="384048"/>
          </a:xfrm>
          <a:prstGeom prst="rect">
            <a:avLst/>
          </a:prstGeom>
          <a:solidFill>
            <a:srgbClr val="FFFFFF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55" name="Text 53"/>
          <p:cNvSpPr/>
          <p:nvPr/>
        </p:nvSpPr>
        <p:spPr>
          <a:xfrm>
            <a:off x="5701284" y="2587752"/>
            <a:ext cx="438912" cy="292608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5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وقت</a:t>
            </a:r>
            <a:endParaRPr lang="en-US" sz="650" dirty="0"/>
          </a:p>
        </p:txBody>
      </p:sp>
      <p:sp>
        <p:nvSpPr>
          <p:cNvPr id="56" name="Text 54"/>
          <p:cNvSpPr/>
          <p:nvPr/>
        </p:nvSpPr>
        <p:spPr>
          <a:xfrm>
            <a:off x="6391656" y="1078992"/>
            <a:ext cx="51846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ar-SA" sz="1010" b="1" dirty="0">
                <a:solidFill>
                  <a:srgbClr val="C9A24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ال</a:t>
            </a:r>
            <a:r>
              <a:rPr lang="en-US" sz="1010" b="1" dirty="0" err="1">
                <a:solidFill>
                  <a:srgbClr val="C9A24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قرارات</a:t>
            </a:r>
            <a:endParaRPr lang="en-US" sz="1010" dirty="0"/>
          </a:p>
        </p:txBody>
      </p:sp>
      <p:sp>
        <p:nvSpPr>
          <p:cNvPr id="57" name="Shape 55"/>
          <p:cNvSpPr/>
          <p:nvPr/>
        </p:nvSpPr>
        <p:spPr>
          <a:xfrm>
            <a:off x="6391656" y="1353312"/>
            <a:ext cx="5184648" cy="0"/>
          </a:xfrm>
          <a:prstGeom prst="line">
            <a:avLst/>
          </a:prstGeom>
          <a:noFill/>
          <a:ln w="12700">
            <a:solidFill>
              <a:srgbClr val="C9A24A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58" name="Shape 56"/>
          <p:cNvSpPr/>
          <p:nvPr/>
        </p:nvSpPr>
        <p:spPr>
          <a:xfrm>
            <a:off x="6537960" y="1481328"/>
            <a:ext cx="1691640" cy="292608"/>
          </a:xfrm>
          <a:prstGeom prst="rect">
            <a:avLst/>
          </a:prstGeom>
          <a:solidFill>
            <a:srgbClr val="C9A24A"/>
          </a:solidFill>
          <a:ln w="4445">
            <a:solidFill>
              <a:srgbClr val="FFFFFF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59" name="Text 57"/>
          <p:cNvSpPr/>
          <p:nvPr/>
        </p:nvSpPr>
        <p:spPr>
          <a:xfrm>
            <a:off x="6565392" y="1531620"/>
            <a:ext cx="1636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71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الإجراء</a:t>
            </a:r>
            <a:endParaRPr lang="en-US" sz="710" dirty="0"/>
          </a:p>
        </p:txBody>
      </p:sp>
      <p:sp>
        <p:nvSpPr>
          <p:cNvPr id="60" name="Shape 58"/>
          <p:cNvSpPr/>
          <p:nvPr/>
        </p:nvSpPr>
        <p:spPr>
          <a:xfrm>
            <a:off x="8229600" y="1481328"/>
            <a:ext cx="1600200" cy="292608"/>
          </a:xfrm>
          <a:prstGeom prst="rect">
            <a:avLst/>
          </a:prstGeom>
          <a:solidFill>
            <a:srgbClr val="C9A24A"/>
          </a:solidFill>
          <a:ln w="4445">
            <a:solidFill>
              <a:srgbClr val="FFFFFF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61" name="Text 59"/>
          <p:cNvSpPr/>
          <p:nvPr/>
        </p:nvSpPr>
        <p:spPr>
          <a:xfrm>
            <a:off x="8257032" y="1531620"/>
            <a:ext cx="154533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71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الأثر</a:t>
            </a:r>
            <a:endParaRPr lang="en-US" sz="710" dirty="0"/>
          </a:p>
        </p:txBody>
      </p:sp>
      <p:sp>
        <p:nvSpPr>
          <p:cNvPr id="62" name="Shape 60"/>
          <p:cNvSpPr/>
          <p:nvPr/>
        </p:nvSpPr>
        <p:spPr>
          <a:xfrm>
            <a:off x="9829800" y="1481328"/>
            <a:ext cx="1051560" cy="292608"/>
          </a:xfrm>
          <a:prstGeom prst="rect">
            <a:avLst/>
          </a:prstGeom>
          <a:solidFill>
            <a:srgbClr val="C9A24A"/>
          </a:solidFill>
          <a:ln w="4445">
            <a:solidFill>
              <a:srgbClr val="FFFFFF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63" name="Text 61"/>
          <p:cNvSpPr/>
          <p:nvPr/>
        </p:nvSpPr>
        <p:spPr>
          <a:xfrm>
            <a:off x="9857232" y="1531620"/>
            <a:ext cx="996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71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الوصف</a:t>
            </a:r>
            <a:endParaRPr lang="en-US" sz="710" dirty="0"/>
          </a:p>
        </p:txBody>
      </p:sp>
      <p:sp>
        <p:nvSpPr>
          <p:cNvPr id="64" name="Shape 62"/>
          <p:cNvSpPr/>
          <p:nvPr/>
        </p:nvSpPr>
        <p:spPr>
          <a:xfrm>
            <a:off x="10881360" y="1481328"/>
            <a:ext cx="868680" cy="292608"/>
          </a:xfrm>
          <a:prstGeom prst="rect">
            <a:avLst/>
          </a:prstGeom>
          <a:solidFill>
            <a:srgbClr val="C9A24A"/>
          </a:solidFill>
          <a:ln w="4445">
            <a:solidFill>
              <a:srgbClr val="FFFFFF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65" name="Text 63"/>
          <p:cNvSpPr/>
          <p:nvPr/>
        </p:nvSpPr>
        <p:spPr>
          <a:xfrm>
            <a:off x="10908792" y="1531620"/>
            <a:ext cx="81381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71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الرمز</a:t>
            </a:r>
            <a:endParaRPr lang="en-US" sz="710" dirty="0"/>
          </a:p>
        </p:txBody>
      </p:sp>
      <p:sp>
        <p:nvSpPr>
          <p:cNvPr id="66" name="Shape 64"/>
          <p:cNvSpPr/>
          <p:nvPr/>
        </p:nvSpPr>
        <p:spPr>
          <a:xfrm>
            <a:off x="6537960" y="1773936"/>
            <a:ext cx="1691640" cy="384048"/>
          </a:xfrm>
          <a:prstGeom prst="rect">
            <a:avLst/>
          </a:prstGeom>
          <a:solidFill>
            <a:srgbClr val="FFFFFF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67" name="Text 65"/>
          <p:cNvSpPr/>
          <p:nvPr/>
        </p:nvSpPr>
        <p:spPr>
          <a:xfrm>
            <a:off x="6569964" y="1819656"/>
            <a:ext cx="1627632" cy="292608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5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إجراء</a:t>
            </a:r>
            <a:endParaRPr lang="en-US" sz="650" dirty="0"/>
          </a:p>
        </p:txBody>
      </p:sp>
      <p:sp>
        <p:nvSpPr>
          <p:cNvPr id="68" name="Shape 66"/>
          <p:cNvSpPr/>
          <p:nvPr/>
        </p:nvSpPr>
        <p:spPr>
          <a:xfrm>
            <a:off x="8229600" y="1773936"/>
            <a:ext cx="1600200" cy="384048"/>
          </a:xfrm>
          <a:prstGeom prst="rect">
            <a:avLst/>
          </a:prstGeom>
          <a:solidFill>
            <a:srgbClr val="FFFFFF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69" name="Text 67"/>
          <p:cNvSpPr/>
          <p:nvPr/>
        </p:nvSpPr>
        <p:spPr>
          <a:xfrm>
            <a:off x="8261604" y="1819656"/>
            <a:ext cx="1536192" cy="292608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5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أثر</a:t>
            </a:r>
            <a:endParaRPr lang="en-US" sz="650" dirty="0"/>
          </a:p>
        </p:txBody>
      </p:sp>
      <p:sp>
        <p:nvSpPr>
          <p:cNvPr id="70" name="Shape 68"/>
          <p:cNvSpPr/>
          <p:nvPr/>
        </p:nvSpPr>
        <p:spPr>
          <a:xfrm>
            <a:off x="9829800" y="1773936"/>
            <a:ext cx="1051560" cy="384048"/>
          </a:xfrm>
          <a:prstGeom prst="rect">
            <a:avLst/>
          </a:prstGeom>
          <a:solidFill>
            <a:srgbClr val="FFFFFF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71" name="Text 69"/>
          <p:cNvSpPr/>
          <p:nvPr/>
        </p:nvSpPr>
        <p:spPr>
          <a:xfrm>
            <a:off x="9861804" y="1819656"/>
            <a:ext cx="987552" cy="292608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5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وصف</a:t>
            </a:r>
            <a:endParaRPr lang="en-US" sz="650" dirty="0"/>
          </a:p>
        </p:txBody>
      </p:sp>
      <p:sp>
        <p:nvSpPr>
          <p:cNvPr id="72" name="Shape 70"/>
          <p:cNvSpPr/>
          <p:nvPr/>
        </p:nvSpPr>
        <p:spPr>
          <a:xfrm>
            <a:off x="10881360" y="1773936"/>
            <a:ext cx="868680" cy="384048"/>
          </a:xfrm>
          <a:prstGeom prst="rect">
            <a:avLst/>
          </a:prstGeom>
          <a:solidFill>
            <a:srgbClr val="FFFFFF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73" name="Text 71"/>
          <p:cNvSpPr/>
          <p:nvPr/>
        </p:nvSpPr>
        <p:spPr>
          <a:xfrm>
            <a:off x="10913364" y="1819656"/>
            <a:ext cx="804672" cy="292608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5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خطر/قضية-١</a:t>
            </a:r>
            <a:endParaRPr lang="en-US" sz="650" dirty="0"/>
          </a:p>
        </p:txBody>
      </p:sp>
      <p:sp>
        <p:nvSpPr>
          <p:cNvPr id="74" name="Shape 72"/>
          <p:cNvSpPr/>
          <p:nvPr/>
        </p:nvSpPr>
        <p:spPr>
          <a:xfrm>
            <a:off x="6537960" y="2157984"/>
            <a:ext cx="1691640" cy="384048"/>
          </a:xfrm>
          <a:prstGeom prst="rect">
            <a:avLst/>
          </a:prstGeom>
          <a:solidFill>
            <a:srgbClr val="F7FAFA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75" name="Text 73"/>
          <p:cNvSpPr/>
          <p:nvPr/>
        </p:nvSpPr>
        <p:spPr>
          <a:xfrm>
            <a:off x="6569964" y="2203704"/>
            <a:ext cx="1627632" cy="292608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5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إجراء</a:t>
            </a:r>
            <a:endParaRPr lang="en-US" sz="650" dirty="0"/>
          </a:p>
        </p:txBody>
      </p:sp>
      <p:sp>
        <p:nvSpPr>
          <p:cNvPr id="76" name="Shape 74"/>
          <p:cNvSpPr/>
          <p:nvPr/>
        </p:nvSpPr>
        <p:spPr>
          <a:xfrm>
            <a:off x="8229600" y="2157984"/>
            <a:ext cx="1600200" cy="384048"/>
          </a:xfrm>
          <a:prstGeom prst="rect">
            <a:avLst/>
          </a:prstGeom>
          <a:solidFill>
            <a:srgbClr val="F7FAFA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77" name="Text 75"/>
          <p:cNvSpPr/>
          <p:nvPr/>
        </p:nvSpPr>
        <p:spPr>
          <a:xfrm>
            <a:off x="8261604" y="2203704"/>
            <a:ext cx="1536192" cy="292608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5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أثر</a:t>
            </a:r>
            <a:endParaRPr lang="en-US" sz="650" dirty="0"/>
          </a:p>
        </p:txBody>
      </p:sp>
      <p:sp>
        <p:nvSpPr>
          <p:cNvPr id="78" name="Shape 76"/>
          <p:cNvSpPr/>
          <p:nvPr/>
        </p:nvSpPr>
        <p:spPr>
          <a:xfrm>
            <a:off x="9829800" y="2157984"/>
            <a:ext cx="1051560" cy="384048"/>
          </a:xfrm>
          <a:prstGeom prst="rect">
            <a:avLst/>
          </a:prstGeom>
          <a:solidFill>
            <a:srgbClr val="F7FAFA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79" name="Text 77"/>
          <p:cNvSpPr/>
          <p:nvPr/>
        </p:nvSpPr>
        <p:spPr>
          <a:xfrm>
            <a:off x="9861804" y="2203704"/>
            <a:ext cx="987552" cy="292608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5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وصف</a:t>
            </a:r>
            <a:endParaRPr lang="en-US" sz="650" dirty="0"/>
          </a:p>
        </p:txBody>
      </p:sp>
      <p:sp>
        <p:nvSpPr>
          <p:cNvPr id="80" name="Shape 78"/>
          <p:cNvSpPr/>
          <p:nvPr/>
        </p:nvSpPr>
        <p:spPr>
          <a:xfrm>
            <a:off x="10881360" y="2157984"/>
            <a:ext cx="868680" cy="384048"/>
          </a:xfrm>
          <a:prstGeom prst="rect">
            <a:avLst/>
          </a:prstGeom>
          <a:solidFill>
            <a:srgbClr val="F7FAFA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81" name="Text 79"/>
          <p:cNvSpPr/>
          <p:nvPr/>
        </p:nvSpPr>
        <p:spPr>
          <a:xfrm>
            <a:off x="10913364" y="2203704"/>
            <a:ext cx="804672" cy="292608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5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خطر/قضية-٢</a:t>
            </a:r>
            <a:endParaRPr lang="en-US" sz="650" dirty="0"/>
          </a:p>
        </p:txBody>
      </p:sp>
      <p:sp>
        <p:nvSpPr>
          <p:cNvPr id="82" name="Shape 80"/>
          <p:cNvSpPr/>
          <p:nvPr/>
        </p:nvSpPr>
        <p:spPr>
          <a:xfrm>
            <a:off x="6537960" y="2542032"/>
            <a:ext cx="1691640" cy="384048"/>
          </a:xfrm>
          <a:prstGeom prst="rect">
            <a:avLst/>
          </a:prstGeom>
          <a:solidFill>
            <a:srgbClr val="FFFFFF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83" name="Text 81"/>
          <p:cNvSpPr/>
          <p:nvPr/>
        </p:nvSpPr>
        <p:spPr>
          <a:xfrm>
            <a:off x="6569964" y="2587752"/>
            <a:ext cx="1627632" cy="292608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5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إجراء</a:t>
            </a:r>
            <a:endParaRPr lang="en-US" sz="650" dirty="0"/>
          </a:p>
        </p:txBody>
      </p:sp>
      <p:sp>
        <p:nvSpPr>
          <p:cNvPr id="84" name="Shape 82"/>
          <p:cNvSpPr/>
          <p:nvPr/>
        </p:nvSpPr>
        <p:spPr>
          <a:xfrm>
            <a:off x="8229600" y="2542032"/>
            <a:ext cx="1600200" cy="384048"/>
          </a:xfrm>
          <a:prstGeom prst="rect">
            <a:avLst/>
          </a:prstGeom>
          <a:solidFill>
            <a:srgbClr val="FFFFFF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85" name="Text 83"/>
          <p:cNvSpPr/>
          <p:nvPr/>
        </p:nvSpPr>
        <p:spPr>
          <a:xfrm>
            <a:off x="8261604" y="2587752"/>
            <a:ext cx="1536192" cy="292608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5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أثر</a:t>
            </a:r>
            <a:endParaRPr lang="en-US" sz="650" dirty="0"/>
          </a:p>
        </p:txBody>
      </p:sp>
      <p:sp>
        <p:nvSpPr>
          <p:cNvPr id="86" name="Shape 84"/>
          <p:cNvSpPr/>
          <p:nvPr/>
        </p:nvSpPr>
        <p:spPr>
          <a:xfrm>
            <a:off x="9829800" y="2542032"/>
            <a:ext cx="1051560" cy="384048"/>
          </a:xfrm>
          <a:prstGeom prst="rect">
            <a:avLst/>
          </a:prstGeom>
          <a:solidFill>
            <a:srgbClr val="FFFFFF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87" name="Text 85"/>
          <p:cNvSpPr/>
          <p:nvPr/>
        </p:nvSpPr>
        <p:spPr>
          <a:xfrm>
            <a:off x="9861804" y="2587752"/>
            <a:ext cx="987552" cy="292608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5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وصف</a:t>
            </a:r>
            <a:endParaRPr lang="en-US" sz="650" dirty="0"/>
          </a:p>
        </p:txBody>
      </p:sp>
      <p:sp>
        <p:nvSpPr>
          <p:cNvPr id="88" name="Shape 86"/>
          <p:cNvSpPr/>
          <p:nvPr/>
        </p:nvSpPr>
        <p:spPr>
          <a:xfrm>
            <a:off x="10881360" y="2542032"/>
            <a:ext cx="868680" cy="384048"/>
          </a:xfrm>
          <a:prstGeom prst="rect">
            <a:avLst/>
          </a:prstGeom>
          <a:solidFill>
            <a:srgbClr val="FFFFFF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89" name="Text 87"/>
          <p:cNvSpPr/>
          <p:nvPr/>
        </p:nvSpPr>
        <p:spPr>
          <a:xfrm>
            <a:off x="10913364" y="2587752"/>
            <a:ext cx="804672" cy="292608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5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خطر/قضية-٣</a:t>
            </a:r>
            <a:endParaRPr lang="en-US" sz="650" dirty="0"/>
          </a:p>
        </p:txBody>
      </p:sp>
      <p:sp>
        <p:nvSpPr>
          <p:cNvPr id="90" name="Text 88"/>
          <p:cNvSpPr/>
          <p:nvPr/>
        </p:nvSpPr>
        <p:spPr>
          <a:xfrm>
            <a:off x="630936" y="3867912"/>
            <a:ext cx="109453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ar-SA" sz="1010" b="1" dirty="0">
                <a:solidFill>
                  <a:srgbClr val="C9A24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ال</a:t>
            </a:r>
            <a:r>
              <a:rPr lang="en-US" sz="1010" b="1" dirty="0">
                <a:solidFill>
                  <a:srgbClr val="C9A24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ملاحظات </a:t>
            </a:r>
            <a:endParaRPr lang="en-US" sz="1010" dirty="0"/>
          </a:p>
        </p:txBody>
      </p:sp>
      <p:sp>
        <p:nvSpPr>
          <p:cNvPr id="91" name="Shape 89"/>
          <p:cNvSpPr/>
          <p:nvPr/>
        </p:nvSpPr>
        <p:spPr>
          <a:xfrm>
            <a:off x="630936" y="4142232"/>
            <a:ext cx="10945368" cy="0"/>
          </a:xfrm>
          <a:prstGeom prst="line">
            <a:avLst/>
          </a:prstGeom>
          <a:noFill/>
          <a:ln w="12700">
            <a:solidFill>
              <a:srgbClr val="C9A24A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92" name="Text 90"/>
          <p:cNvSpPr/>
          <p:nvPr/>
        </p:nvSpPr>
        <p:spPr>
          <a:xfrm>
            <a:off x="868680" y="4279392"/>
            <a:ext cx="10149840" cy="5943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r" rtl="1">
              <a:buNone/>
            </a:pPr>
            <a:r>
              <a:rPr lang="en-US" sz="90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ملاحظة ١</a:t>
            </a:r>
            <a:endParaRPr lang="en-US" sz="900" dirty="0"/>
          </a:p>
          <a:p>
            <a:pPr marL="0" indent="0" algn="r" rtl="1">
              <a:buNone/>
            </a:pPr>
            <a:r>
              <a:rPr lang="en-US" sz="90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ملاحظة ٢</a:t>
            </a:r>
            <a:endParaRPr lang="en-US" sz="900" dirty="0"/>
          </a:p>
          <a:p>
            <a:pPr marL="0" indent="0" algn="r" rtl="1">
              <a:buNone/>
            </a:pPr>
            <a:r>
              <a:rPr lang="en-US" sz="90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أي تأثير على التقرير اليومي الشامل أو على مسارات أخرى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8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08283B"/>
          </a:solidFill>
          <a:ln w="12700">
            <a:solidFill>
              <a:srgbClr val="08283B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3" name="Shape 1"/>
          <p:cNvSpPr/>
          <p:nvPr/>
        </p:nvSpPr>
        <p:spPr>
          <a:xfrm>
            <a:off x="0" y="658368"/>
            <a:ext cx="12191695" cy="36576"/>
          </a:xfrm>
          <a:prstGeom prst="rect">
            <a:avLst/>
          </a:prstGeom>
          <a:solidFill>
            <a:srgbClr val="C9A24A"/>
          </a:solidFill>
          <a:ln w="12700">
            <a:solidFill>
              <a:srgbClr val="C9A24A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4" name="Text 2"/>
          <p:cNvSpPr/>
          <p:nvPr/>
        </p:nvSpPr>
        <p:spPr>
          <a:xfrm>
            <a:off x="411480" y="182880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740" b="1" dirty="0">
                <a:solidFill>
                  <a:srgbClr val="C9A24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تقرير يومي للمسار</a:t>
            </a:r>
            <a:endParaRPr lang="en-US" sz="740" dirty="0"/>
          </a:p>
        </p:txBody>
      </p:sp>
      <p:sp>
        <p:nvSpPr>
          <p:cNvPr id="5" name="Text 3"/>
          <p:cNvSpPr/>
          <p:nvPr/>
        </p:nvSpPr>
        <p:spPr>
          <a:xfrm>
            <a:off x="2788920" y="109728"/>
            <a:ext cx="9006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17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السلامة والجودة والجاهزية</a:t>
            </a:r>
            <a:endParaRPr lang="en-US" sz="1720" dirty="0"/>
          </a:p>
        </p:txBody>
      </p:sp>
      <p:sp>
        <p:nvSpPr>
          <p:cNvPr id="6" name="Text 4"/>
          <p:cNvSpPr/>
          <p:nvPr/>
        </p:nvSpPr>
        <p:spPr>
          <a:xfrm>
            <a:off x="630936" y="1078992"/>
            <a:ext cx="109453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1010" b="1" dirty="0">
                <a:solidFill>
                  <a:srgbClr val="D64D3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سلامة المسار</a:t>
            </a:r>
            <a:endParaRPr lang="en-US" sz="1010" dirty="0"/>
          </a:p>
        </p:txBody>
      </p:sp>
      <p:sp>
        <p:nvSpPr>
          <p:cNvPr id="7" name="Shape 5"/>
          <p:cNvSpPr/>
          <p:nvPr/>
        </p:nvSpPr>
        <p:spPr>
          <a:xfrm>
            <a:off x="630936" y="1353312"/>
            <a:ext cx="10945368" cy="0"/>
          </a:xfrm>
          <a:prstGeom prst="line">
            <a:avLst/>
          </a:prstGeom>
          <a:noFill/>
          <a:ln w="12700">
            <a:solidFill>
              <a:srgbClr val="D64D3F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8" name="Shape 6"/>
          <p:cNvSpPr/>
          <p:nvPr/>
        </p:nvSpPr>
        <p:spPr>
          <a:xfrm>
            <a:off x="777240" y="1481328"/>
            <a:ext cx="1325880" cy="292608"/>
          </a:xfrm>
          <a:prstGeom prst="rect">
            <a:avLst/>
          </a:prstGeom>
          <a:solidFill>
            <a:srgbClr val="D64D3F"/>
          </a:solidFill>
          <a:ln w="4445">
            <a:solidFill>
              <a:srgbClr val="FFFFFF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9" name="Text 7"/>
          <p:cNvSpPr/>
          <p:nvPr/>
        </p:nvSpPr>
        <p:spPr>
          <a:xfrm>
            <a:off x="804672" y="1531620"/>
            <a:ext cx="127101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71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ملاحظات</a:t>
            </a:r>
            <a:endParaRPr lang="en-US" sz="710" dirty="0"/>
          </a:p>
        </p:txBody>
      </p:sp>
      <p:sp>
        <p:nvSpPr>
          <p:cNvPr id="10" name="Shape 8"/>
          <p:cNvSpPr/>
          <p:nvPr/>
        </p:nvSpPr>
        <p:spPr>
          <a:xfrm>
            <a:off x="2103120" y="1481328"/>
            <a:ext cx="1234440" cy="292608"/>
          </a:xfrm>
          <a:prstGeom prst="rect">
            <a:avLst/>
          </a:prstGeom>
          <a:solidFill>
            <a:srgbClr val="D64D3F"/>
          </a:solidFill>
          <a:ln w="4445">
            <a:solidFill>
              <a:srgbClr val="FFFFFF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11" name="Text 9"/>
          <p:cNvSpPr/>
          <p:nvPr/>
        </p:nvSpPr>
        <p:spPr>
          <a:xfrm>
            <a:off x="2130552" y="1531620"/>
            <a:ext cx="11795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71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إجراءات فورية</a:t>
            </a:r>
            <a:endParaRPr lang="en-US" sz="710" dirty="0"/>
          </a:p>
        </p:txBody>
      </p:sp>
      <p:sp>
        <p:nvSpPr>
          <p:cNvPr id="12" name="Shape 10"/>
          <p:cNvSpPr/>
          <p:nvPr/>
        </p:nvSpPr>
        <p:spPr>
          <a:xfrm>
            <a:off x="3337560" y="1481328"/>
            <a:ext cx="1097280" cy="292608"/>
          </a:xfrm>
          <a:prstGeom prst="rect">
            <a:avLst/>
          </a:prstGeom>
          <a:solidFill>
            <a:srgbClr val="D64D3F"/>
          </a:solidFill>
          <a:ln w="4445">
            <a:solidFill>
              <a:srgbClr val="FFFFFF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13" name="Text 11"/>
          <p:cNvSpPr/>
          <p:nvPr/>
        </p:nvSpPr>
        <p:spPr>
          <a:xfrm>
            <a:off x="3364992" y="1531620"/>
            <a:ext cx="104241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71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إيقافات سلامة</a:t>
            </a:r>
            <a:endParaRPr lang="en-US" sz="710" dirty="0"/>
          </a:p>
        </p:txBody>
      </p:sp>
      <p:sp>
        <p:nvSpPr>
          <p:cNvPr id="14" name="Shape 12"/>
          <p:cNvSpPr/>
          <p:nvPr/>
        </p:nvSpPr>
        <p:spPr>
          <a:xfrm>
            <a:off x="4434840" y="1481328"/>
            <a:ext cx="1325880" cy="292608"/>
          </a:xfrm>
          <a:prstGeom prst="rect">
            <a:avLst/>
          </a:prstGeom>
          <a:solidFill>
            <a:srgbClr val="D64D3F"/>
          </a:solidFill>
          <a:ln w="4445">
            <a:solidFill>
              <a:srgbClr val="FFFFFF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15" name="Text 13"/>
          <p:cNvSpPr/>
          <p:nvPr/>
        </p:nvSpPr>
        <p:spPr>
          <a:xfrm>
            <a:off x="4462272" y="1531620"/>
            <a:ext cx="127101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71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حوادث</a:t>
            </a:r>
            <a:endParaRPr lang="en-US" sz="710" dirty="0"/>
          </a:p>
        </p:txBody>
      </p:sp>
      <p:sp>
        <p:nvSpPr>
          <p:cNvPr id="16" name="Shape 14"/>
          <p:cNvSpPr/>
          <p:nvPr/>
        </p:nvSpPr>
        <p:spPr>
          <a:xfrm>
            <a:off x="5760720" y="1481328"/>
            <a:ext cx="2423160" cy="292608"/>
          </a:xfrm>
          <a:prstGeom prst="rect">
            <a:avLst/>
          </a:prstGeom>
          <a:solidFill>
            <a:srgbClr val="D64D3F"/>
          </a:solidFill>
          <a:ln w="4445">
            <a:solidFill>
              <a:srgbClr val="FFFFFF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17" name="Text 15"/>
          <p:cNvSpPr/>
          <p:nvPr/>
        </p:nvSpPr>
        <p:spPr>
          <a:xfrm>
            <a:off x="5788152" y="1531620"/>
            <a:ext cx="23682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71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شبه حادث</a:t>
            </a:r>
            <a:endParaRPr lang="en-US" sz="710" dirty="0"/>
          </a:p>
        </p:txBody>
      </p:sp>
      <p:sp>
        <p:nvSpPr>
          <p:cNvPr id="18" name="Shape 16"/>
          <p:cNvSpPr/>
          <p:nvPr/>
        </p:nvSpPr>
        <p:spPr>
          <a:xfrm>
            <a:off x="8183880" y="1481328"/>
            <a:ext cx="2606040" cy="292608"/>
          </a:xfrm>
          <a:prstGeom prst="rect">
            <a:avLst/>
          </a:prstGeom>
          <a:solidFill>
            <a:srgbClr val="D64D3F"/>
          </a:solidFill>
          <a:ln w="4445">
            <a:solidFill>
              <a:srgbClr val="FFFFFF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19" name="Text 17"/>
          <p:cNvSpPr/>
          <p:nvPr/>
        </p:nvSpPr>
        <p:spPr>
          <a:xfrm>
            <a:off x="8211312" y="1531620"/>
            <a:ext cx="25511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71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ساعات العمل</a:t>
            </a:r>
            <a:endParaRPr lang="en-US" sz="710" dirty="0"/>
          </a:p>
        </p:txBody>
      </p:sp>
      <p:sp>
        <p:nvSpPr>
          <p:cNvPr id="20" name="Shape 18"/>
          <p:cNvSpPr/>
          <p:nvPr/>
        </p:nvSpPr>
        <p:spPr>
          <a:xfrm>
            <a:off x="777240" y="1773936"/>
            <a:ext cx="1325880" cy="393192"/>
          </a:xfrm>
          <a:prstGeom prst="rect">
            <a:avLst/>
          </a:prstGeom>
          <a:solidFill>
            <a:srgbClr val="FFFFFF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21" name="Text 19"/>
          <p:cNvSpPr/>
          <p:nvPr/>
        </p:nvSpPr>
        <p:spPr>
          <a:xfrm>
            <a:off x="809244" y="1819656"/>
            <a:ext cx="1261872" cy="301752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70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حر</a:t>
            </a:r>
            <a:endParaRPr lang="en-US" sz="700" dirty="0"/>
          </a:p>
        </p:txBody>
      </p:sp>
      <p:sp>
        <p:nvSpPr>
          <p:cNvPr id="22" name="Shape 20"/>
          <p:cNvSpPr/>
          <p:nvPr/>
        </p:nvSpPr>
        <p:spPr>
          <a:xfrm>
            <a:off x="2103120" y="1773936"/>
            <a:ext cx="1234440" cy="393192"/>
          </a:xfrm>
          <a:prstGeom prst="rect">
            <a:avLst/>
          </a:prstGeom>
          <a:solidFill>
            <a:srgbClr val="FFFFFF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23" name="Text 21"/>
          <p:cNvSpPr/>
          <p:nvPr/>
        </p:nvSpPr>
        <p:spPr>
          <a:xfrm>
            <a:off x="2135124" y="1819656"/>
            <a:ext cx="1170432" cy="301752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70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إجراء/مالك/وقت</a:t>
            </a:r>
            <a:endParaRPr lang="en-US" sz="700" dirty="0"/>
          </a:p>
        </p:txBody>
      </p:sp>
      <p:sp>
        <p:nvSpPr>
          <p:cNvPr id="24" name="Shape 22"/>
          <p:cNvSpPr/>
          <p:nvPr/>
        </p:nvSpPr>
        <p:spPr>
          <a:xfrm>
            <a:off x="3337560" y="1773936"/>
            <a:ext cx="1097280" cy="393192"/>
          </a:xfrm>
          <a:prstGeom prst="rect">
            <a:avLst/>
          </a:prstGeom>
          <a:solidFill>
            <a:srgbClr val="FFFFFF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25" name="Text 23"/>
          <p:cNvSpPr/>
          <p:nvPr/>
        </p:nvSpPr>
        <p:spPr>
          <a:xfrm>
            <a:off x="3369564" y="1819656"/>
            <a:ext cx="1033272" cy="301752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70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#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4434840" y="1773936"/>
            <a:ext cx="1325880" cy="393192"/>
          </a:xfrm>
          <a:prstGeom prst="rect">
            <a:avLst/>
          </a:prstGeom>
          <a:solidFill>
            <a:srgbClr val="FFFFFF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27" name="Text 25"/>
          <p:cNvSpPr/>
          <p:nvPr/>
        </p:nvSpPr>
        <p:spPr>
          <a:xfrm>
            <a:off x="4466844" y="1819656"/>
            <a:ext cx="1261872" cy="301752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70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#</a:t>
            </a:r>
            <a:endParaRPr lang="en-US" sz="700" dirty="0"/>
          </a:p>
        </p:txBody>
      </p:sp>
      <p:sp>
        <p:nvSpPr>
          <p:cNvPr id="28" name="Shape 26"/>
          <p:cNvSpPr/>
          <p:nvPr/>
        </p:nvSpPr>
        <p:spPr>
          <a:xfrm>
            <a:off x="5760720" y="1773936"/>
            <a:ext cx="2423160" cy="393192"/>
          </a:xfrm>
          <a:prstGeom prst="rect">
            <a:avLst/>
          </a:prstGeom>
          <a:solidFill>
            <a:srgbClr val="FFFFFF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29" name="Text 27"/>
          <p:cNvSpPr/>
          <p:nvPr/>
        </p:nvSpPr>
        <p:spPr>
          <a:xfrm>
            <a:off x="5792724" y="1819656"/>
            <a:ext cx="2359152" cy="301752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70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#</a:t>
            </a:r>
            <a:endParaRPr lang="en-US" sz="700" dirty="0"/>
          </a:p>
        </p:txBody>
      </p:sp>
      <p:sp>
        <p:nvSpPr>
          <p:cNvPr id="30" name="Shape 28"/>
          <p:cNvSpPr/>
          <p:nvPr/>
        </p:nvSpPr>
        <p:spPr>
          <a:xfrm>
            <a:off x="8183880" y="1773936"/>
            <a:ext cx="2606040" cy="393192"/>
          </a:xfrm>
          <a:prstGeom prst="rect">
            <a:avLst/>
          </a:prstGeom>
          <a:solidFill>
            <a:srgbClr val="FFFFFF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31" name="Text 29"/>
          <p:cNvSpPr/>
          <p:nvPr/>
        </p:nvSpPr>
        <p:spPr>
          <a:xfrm>
            <a:off x="8215884" y="1819656"/>
            <a:ext cx="2542032" cy="301752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70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٠٠٠٠</a:t>
            </a:r>
            <a:endParaRPr lang="en-US" sz="700" dirty="0"/>
          </a:p>
        </p:txBody>
      </p:sp>
      <p:sp>
        <p:nvSpPr>
          <p:cNvPr id="32" name="Shape 30"/>
          <p:cNvSpPr/>
          <p:nvPr/>
        </p:nvSpPr>
        <p:spPr>
          <a:xfrm>
            <a:off x="777240" y="2167128"/>
            <a:ext cx="1325880" cy="393192"/>
          </a:xfrm>
          <a:prstGeom prst="rect">
            <a:avLst/>
          </a:prstGeom>
          <a:solidFill>
            <a:srgbClr val="F7FAFA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33" name="Text 31"/>
          <p:cNvSpPr/>
          <p:nvPr/>
        </p:nvSpPr>
        <p:spPr>
          <a:xfrm>
            <a:off x="809244" y="2212848"/>
            <a:ext cx="1261872" cy="301752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70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حر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2103120" y="2167128"/>
            <a:ext cx="1234440" cy="393192"/>
          </a:xfrm>
          <a:prstGeom prst="rect">
            <a:avLst/>
          </a:prstGeom>
          <a:solidFill>
            <a:srgbClr val="F7FAFA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35" name="Text 33"/>
          <p:cNvSpPr/>
          <p:nvPr/>
        </p:nvSpPr>
        <p:spPr>
          <a:xfrm>
            <a:off x="2135124" y="2212848"/>
            <a:ext cx="1170432" cy="301752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70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إجراء/مالك/وقت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3337560" y="2167128"/>
            <a:ext cx="1097280" cy="393192"/>
          </a:xfrm>
          <a:prstGeom prst="rect">
            <a:avLst/>
          </a:prstGeom>
          <a:solidFill>
            <a:srgbClr val="F7FAFA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37" name="Text 35"/>
          <p:cNvSpPr/>
          <p:nvPr/>
        </p:nvSpPr>
        <p:spPr>
          <a:xfrm>
            <a:off x="3369564" y="2212848"/>
            <a:ext cx="1033272" cy="301752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70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#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4434840" y="2167128"/>
            <a:ext cx="1325880" cy="393192"/>
          </a:xfrm>
          <a:prstGeom prst="rect">
            <a:avLst/>
          </a:prstGeom>
          <a:solidFill>
            <a:srgbClr val="F7FAFA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39" name="Text 37"/>
          <p:cNvSpPr/>
          <p:nvPr/>
        </p:nvSpPr>
        <p:spPr>
          <a:xfrm>
            <a:off x="4466844" y="2212848"/>
            <a:ext cx="1261872" cy="301752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70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#</a:t>
            </a:r>
            <a:endParaRPr lang="en-US" sz="700" dirty="0"/>
          </a:p>
        </p:txBody>
      </p:sp>
      <p:sp>
        <p:nvSpPr>
          <p:cNvPr id="40" name="Shape 38"/>
          <p:cNvSpPr/>
          <p:nvPr/>
        </p:nvSpPr>
        <p:spPr>
          <a:xfrm>
            <a:off x="5760720" y="2167128"/>
            <a:ext cx="2423160" cy="393192"/>
          </a:xfrm>
          <a:prstGeom prst="rect">
            <a:avLst/>
          </a:prstGeom>
          <a:solidFill>
            <a:srgbClr val="F7FAFA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41" name="Text 39"/>
          <p:cNvSpPr/>
          <p:nvPr/>
        </p:nvSpPr>
        <p:spPr>
          <a:xfrm>
            <a:off x="5792724" y="2212848"/>
            <a:ext cx="2359152" cy="301752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70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#</a:t>
            </a:r>
            <a:endParaRPr lang="en-US" sz="700" dirty="0"/>
          </a:p>
        </p:txBody>
      </p:sp>
      <p:sp>
        <p:nvSpPr>
          <p:cNvPr id="42" name="Shape 40"/>
          <p:cNvSpPr/>
          <p:nvPr/>
        </p:nvSpPr>
        <p:spPr>
          <a:xfrm>
            <a:off x="8183880" y="2167128"/>
            <a:ext cx="2606040" cy="393192"/>
          </a:xfrm>
          <a:prstGeom prst="rect">
            <a:avLst/>
          </a:prstGeom>
          <a:solidFill>
            <a:srgbClr val="F7FAFA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43" name="Text 41"/>
          <p:cNvSpPr/>
          <p:nvPr/>
        </p:nvSpPr>
        <p:spPr>
          <a:xfrm>
            <a:off x="8215884" y="2212848"/>
            <a:ext cx="2542032" cy="301752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70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٠٠٠٠</a:t>
            </a:r>
            <a:endParaRPr lang="en-US" sz="700" dirty="0"/>
          </a:p>
        </p:txBody>
      </p:sp>
      <p:sp>
        <p:nvSpPr>
          <p:cNvPr id="44" name="Text 42"/>
          <p:cNvSpPr/>
          <p:nvPr/>
        </p:nvSpPr>
        <p:spPr>
          <a:xfrm>
            <a:off x="630936" y="3566160"/>
            <a:ext cx="109453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1010" b="1" dirty="0">
                <a:solidFill>
                  <a:srgbClr val="C9A24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جودة وجاهزية المسار</a:t>
            </a:r>
            <a:endParaRPr lang="en-US" sz="1010" dirty="0"/>
          </a:p>
        </p:txBody>
      </p:sp>
      <p:sp>
        <p:nvSpPr>
          <p:cNvPr id="45" name="Shape 43"/>
          <p:cNvSpPr/>
          <p:nvPr/>
        </p:nvSpPr>
        <p:spPr>
          <a:xfrm>
            <a:off x="630936" y="3840480"/>
            <a:ext cx="10945368" cy="0"/>
          </a:xfrm>
          <a:prstGeom prst="line">
            <a:avLst/>
          </a:prstGeom>
          <a:noFill/>
          <a:ln w="12700">
            <a:solidFill>
              <a:srgbClr val="C9A24A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46" name="Shape 44"/>
          <p:cNvSpPr/>
          <p:nvPr/>
        </p:nvSpPr>
        <p:spPr>
          <a:xfrm>
            <a:off x="777240" y="3968496"/>
            <a:ext cx="2148840" cy="292608"/>
          </a:xfrm>
          <a:prstGeom prst="rect">
            <a:avLst/>
          </a:prstGeom>
          <a:solidFill>
            <a:srgbClr val="C9A24A"/>
          </a:solidFill>
          <a:ln w="4445">
            <a:solidFill>
              <a:srgbClr val="FFFFFF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47" name="Text 45"/>
          <p:cNvSpPr/>
          <p:nvPr/>
        </p:nvSpPr>
        <p:spPr>
          <a:xfrm>
            <a:off x="804672" y="4018788"/>
            <a:ext cx="20939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71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إجراء الغد</a:t>
            </a:r>
            <a:endParaRPr lang="en-US" sz="710" dirty="0"/>
          </a:p>
        </p:txBody>
      </p:sp>
      <p:sp>
        <p:nvSpPr>
          <p:cNvPr id="48" name="Shape 46"/>
          <p:cNvSpPr/>
          <p:nvPr/>
        </p:nvSpPr>
        <p:spPr>
          <a:xfrm>
            <a:off x="2926080" y="3968496"/>
            <a:ext cx="2606040" cy="292608"/>
          </a:xfrm>
          <a:prstGeom prst="rect">
            <a:avLst/>
          </a:prstGeom>
          <a:solidFill>
            <a:srgbClr val="C9A24A"/>
          </a:solidFill>
          <a:ln w="4445">
            <a:solidFill>
              <a:srgbClr val="FFFFFF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49" name="Text 47"/>
          <p:cNvSpPr/>
          <p:nvPr/>
        </p:nvSpPr>
        <p:spPr>
          <a:xfrm>
            <a:off x="2953512" y="4018788"/>
            <a:ext cx="25511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71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ملاحظات عدم المطابقة مقفلة</a:t>
            </a:r>
            <a:endParaRPr lang="en-US" sz="710" dirty="0"/>
          </a:p>
        </p:txBody>
      </p:sp>
      <p:sp>
        <p:nvSpPr>
          <p:cNvPr id="50" name="Shape 48"/>
          <p:cNvSpPr/>
          <p:nvPr/>
        </p:nvSpPr>
        <p:spPr>
          <a:xfrm>
            <a:off x="5532120" y="3968496"/>
            <a:ext cx="1280160" cy="292608"/>
          </a:xfrm>
          <a:prstGeom prst="rect">
            <a:avLst/>
          </a:prstGeom>
          <a:solidFill>
            <a:srgbClr val="C9A24A"/>
          </a:solidFill>
          <a:ln w="4445">
            <a:solidFill>
              <a:srgbClr val="FFFFFF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51" name="Text 49"/>
          <p:cNvSpPr/>
          <p:nvPr/>
        </p:nvSpPr>
        <p:spPr>
          <a:xfrm>
            <a:off x="5559552" y="4018788"/>
            <a:ext cx="12252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71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ملاحظات عدم المطابقة مفتوحة</a:t>
            </a:r>
            <a:endParaRPr lang="en-US" sz="710" dirty="0"/>
          </a:p>
        </p:txBody>
      </p:sp>
      <p:sp>
        <p:nvSpPr>
          <p:cNvPr id="52" name="Shape 50"/>
          <p:cNvSpPr/>
          <p:nvPr/>
        </p:nvSpPr>
        <p:spPr>
          <a:xfrm>
            <a:off x="6812280" y="3968496"/>
            <a:ext cx="1280160" cy="292608"/>
          </a:xfrm>
          <a:prstGeom prst="rect">
            <a:avLst/>
          </a:prstGeom>
          <a:solidFill>
            <a:srgbClr val="C9A24A"/>
          </a:solidFill>
          <a:ln w="4445">
            <a:solidFill>
              <a:srgbClr val="FFFFFF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53" name="Text 51"/>
          <p:cNvSpPr/>
          <p:nvPr/>
        </p:nvSpPr>
        <p:spPr>
          <a:xfrm>
            <a:off x="6839712" y="4018788"/>
            <a:ext cx="12252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71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ملاحظات جودة</a:t>
            </a:r>
            <a:endParaRPr lang="en-US" sz="710" dirty="0"/>
          </a:p>
        </p:txBody>
      </p:sp>
      <p:sp>
        <p:nvSpPr>
          <p:cNvPr id="54" name="Shape 52"/>
          <p:cNvSpPr/>
          <p:nvPr/>
        </p:nvSpPr>
        <p:spPr>
          <a:xfrm>
            <a:off x="8092440" y="3968496"/>
            <a:ext cx="2697480" cy="292608"/>
          </a:xfrm>
          <a:prstGeom prst="rect">
            <a:avLst/>
          </a:prstGeom>
          <a:solidFill>
            <a:srgbClr val="C9A24A"/>
          </a:solidFill>
          <a:ln w="4445">
            <a:solidFill>
              <a:srgbClr val="FFFFFF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55" name="Text 53"/>
          <p:cNvSpPr/>
          <p:nvPr/>
        </p:nvSpPr>
        <p:spPr>
          <a:xfrm>
            <a:off x="8119872" y="4018788"/>
            <a:ext cx="264261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71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تفتيشات اليوم</a:t>
            </a:r>
            <a:endParaRPr lang="en-US" sz="710" dirty="0"/>
          </a:p>
        </p:txBody>
      </p:sp>
      <p:sp>
        <p:nvSpPr>
          <p:cNvPr id="56" name="Shape 54"/>
          <p:cNvSpPr/>
          <p:nvPr/>
        </p:nvSpPr>
        <p:spPr>
          <a:xfrm>
            <a:off x="777240" y="4261104"/>
            <a:ext cx="2148840" cy="393192"/>
          </a:xfrm>
          <a:prstGeom prst="rect">
            <a:avLst/>
          </a:prstGeom>
          <a:solidFill>
            <a:srgbClr val="FFFFFF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57" name="Text 55"/>
          <p:cNvSpPr/>
          <p:nvPr/>
        </p:nvSpPr>
        <p:spPr>
          <a:xfrm>
            <a:off x="809244" y="4306824"/>
            <a:ext cx="2084832" cy="301752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70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إجراء</a:t>
            </a:r>
            <a:endParaRPr lang="en-US" sz="700" dirty="0"/>
          </a:p>
        </p:txBody>
      </p:sp>
      <p:sp>
        <p:nvSpPr>
          <p:cNvPr id="58" name="Shape 56"/>
          <p:cNvSpPr/>
          <p:nvPr/>
        </p:nvSpPr>
        <p:spPr>
          <a:xfrm>
            <a:off x="2926080" y="4261104"/>
            <a:ext cx="2606040" cy="393192"/>
          </a:xfrm>
          <a:prstGeom prst="rect">
            <a:avLst/>
          </a:prstGeom>
          <a:solidFill>
            <a:srgbClr val="FFFFFF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59" name="Text 57"/>
          <p:cNvSpPr/>
          <p:nvPr/>
        </p:nvSpPr>
        <p:spPr>
          <a:xfrm>
            <a:off x="2958084" y="4306824"/>
            <a:ext cx="2542032" cy="301752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70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#</a:t>
            </a:r>
            <a:endParaRPr lang="en-US" sz="700" dirty="0"/>
          </a:p>
        </p:txBody>
      </p:sp>
      <p:sp>
        <p:nvSpPr>
          <p:cNvPr id="60" name="Shape 58"/>
          <p:cNvSpPr/>
          <p:nvPr/>
        </p:nvSpPr>
        <p:spPr>
          <a:xfrm>
            <a:off x="5532120" y="4261104"/>
            <a:ext cx="1280160" cy="393192"/>
          </a:xfrm>
          <a:prstGeom prst="rect">
            <a:avLst/>
          </a:prstGeom>
          <a:solidFill>
            <a:srgbClr val="FFFFFF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61" name="Text 59"/>
          <p:cNvSpPr/>
          <p:nvPr/>
        </p:nvSpPr>
        <p:spPr>
          <a:xfrm>
            <a:off x="5564124" y="4306824"/>
            <a:ext cx="1216152" cy="301752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70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#</a:t>
            </a:r>
            <a:endParaRPr lang="en-US" sz="700" dirty="0"/>
          </a:p>
        </p:txBody>
      </p:sp>
      <p:sp>
        <p:nvSpPr>
          <p:cNvPr id="62" name="Shape 60"/>
          <p:cNvSpPr/>
          <p:nvPr/>
        </p:nvSpPr>
        <p:spPr>
          <a:xfrm>
            <a:off x="6812280" y="4261104"/>
            <a:ext cx="1280160" cy="393192"/>
          </a:xfrm>
          <a:prstGeom prst="rect">
            <a:avLst/>
          </a:prstGeom>
          <a:solidFill>
            <a:srgbClr val="FFFFFF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63" name="Text 61"/>
          <p:cNvSpPr/>
          <p:nvPr/>
        </p:nvSpPr>
        <p:spPr>
          <a:xfrm>
            <a:off x="6844284" y="4306824"/>
            <a:ext cx="1216152" cy="301752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70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ملاحظة</a:t>
            </a:r>
            <a:endParaRPr lang="en-US" sz="700" dirty="0"/>
          </a:p>
        </p:txBody>
      </p:sp>
      <p:sp>
        <p:nvSpPr>
          <p:cNvPr id="64" name="Shape 62"/>
          <p:cNvSpPr/>
          <p:nvPr/>
        </p:nvSpPr>
        <p:spPr>
          <a:xfrm>
            <a:off x="8092440" y="4261104"/>
            <a:ext cx="2697480" cy="393192"/>
          </a:xfrm>
          <a:prstGeom prst="rect">
            <a:avLst/>
          </a:prstGeom>
          <a:solidFill>
            <a:srgbClr val="FFFFFF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65" name="Text 63"/>
          <p:cNvSpPr/>
          <p:nvPr/>
        </p:nvSpPr>
        <p:spPr>
          <a:xfrm>
            <a:off x="8124444" y="4306824"/>
            <a:ext cx="2633472" cy="301752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70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عدد/موقع</a:t>
            </a:r>
            <a:endParaRPr lang="en-US" sz="700" dirty="0"/>
          </a:p>
        </p:txBody>
      </p:sp>
      <p:sp>
        <p:nvSpPr>
          <p:cNvPr id="66" name="Shape 64"/>
          <p:cNvSpPr/>
          <p:nvPr/>
        </p:nvSpPr>
        <p:spPr>
          <a:xfrm>
            <a:off x="777240" y="4654296"/>
            <a:ext cx="2148840" cy="393192"/>
          </a:xfrm>
          <a:prstGeom prst="rect">
            <a:avLst/>
          </a:prstGeom>
          <a:solidFill>
            <a:srgbClr val="F7FAFA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67" name="Text 65"/>
          <p:cNvSpPr/>
          <p:nvPr/>
        </p:nvSpPr>
        <p:spPr>
          <a:xfrm>
            <a:off x="809244" y="4700016"/>
            <a:ext cx="2084832" cy="301752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70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إجراء</a:t>
            </a:r>
            <a:endParaRPr lang="en-US" sz="700" dirty="0"/>
          </a:p>
        </p:txBody>
      </p:sp>
      <p:sp>
        <p:nvSpPr>
          <p:cNvPr id="68" name="Shape 66"/>
          <p:cNvSpPr/>
          <p:nvPr/>
        </p:nvSpPr>
        <p:spPr>
          <a:xfrm>
            <a:off x="2926080" y="4654296"/>
            <a:ext cx="2606040" cy="393192"/>
          </a:xfrm>
          <a:prstGeom prst="rect">
            <a:avLst/>
          </a:prstGeom>
          <a:solidFill>
            <a:srgbClr val="F7FAFA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69" name="Text 67"/>
          <p:cNvSpPr/>
          <p:nvPr/>
        </p:nvSpPr>
        <p:spPr>
          <a:xfrm>
            <a:off x="2958084" y="4700016"/>
            <a:ext cx="2542032" cy="301752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70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#</a:t>
            </a:r>
            <a:endParaRPr lang="en-US" sz="700" dirty="0"/>
          </a:p>
        </p:txBody>
      </p:sp>
      <p:sp>
        <p:nvSpPr>
          <p:cNvPr id="70" name="Shape 68"/>
          <p:cNvSpPr/>
          <p:nvPr/>
        </p:nvSpPr>
        <p:spPr>
          <a:xfrm>
            <a:off x="5532120" y="4654296"/>
            <a:ext cx="1280160" cy="393192"/>
          </a:xfrm>
          <a:prstGeom prst="rect">
            <a:avLst/>
          </a:prstGeom>
          <a:solidFill>
            <a:srgbClr val="F7FAFA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71" name="Text 69"/>
          <p:cNvSpPr/>
          <p:nvPr/>
        </p:nvSpPr>
        <p:spPr>
          <a:xfrm>
            <a:off x="5564124" y="4700016"/>
            <a:ext cx="1216152" cy="301752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70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#</a:t>
            </a:r>
            <a:endParaRPr lang="en-US" sz="700" dirty="0"/>
          </a:p>
        </p:txBody>
      </p:sp>
      <p:sp>
        <p:nvSpPr>
          <p:cNvPr id="72" name="Shape 70"/>
          <p:cNvSpPr/>
          <p:nvPr/>
        </p:nvSpPr>
        <p:spPr>
          <a:xfrm>
            <a:off x="6812280" y="4654296"/>
            <a:ext cx="1280160" cy="393192"/>
          </a:xfrm>
          <a:prstGeom prst="rect">
            <a:avLst/>
          </a:prstGeom>
          <a:solidFill>
            <a:srgbClr val="F7FAFA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73" name="Text 71"/>
          <p:cNvSpPr/>
          <p:nvPr/>
        </p:nvSpPr>
        <p:spPr>
          <a:xfrm>
            <a:off x="6844284" y="4700016"/>
            <a:ext cx="1216152" cy="301752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70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ملاحظة</a:t>
            </a:r>
            <a:endParaRPr lang="en-US" sz="700" dirty="0"/>
          </a:p>
        </p:txBody>
      </p:sp>
      <p:sp>
        <p:nvSpPr>
          <p:cNvPr id="74" name="Shape 72"/>
          <p:cNvSpPr/>
          <p:nvPr/>
        </p:nvSpPr>
        <p:spPr>
          <a:xfrm>
            <a:off x="8092440" y="4654296"/>
            <a:ext cx="2697480" cy="393192"/>
          </a:xfrm>
          <a:prstGeom prst="rect">
            <a:avLst/>
          </a:prstGeom>
          <a:solidFill>
            <a:srgbClr val="F7FAFA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75" name="Text 73"/>
          <p:cNvSpPr/>
          <p:nvPr/>
        </p:nvSpPr>
        <p:spPr>
          <a:xfrm>
            <a:off x="8124444" y="4700016"/>
            <a:ext cx="2633472" cy="301752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70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عدد/موقع</a:t>
            </a:r>
            <a:endParaRPr lang="en-US" sz="700" dirty="0"/>
          </a:p>
        </p:txBody>
      </p:sp>
      <p:sp>
        <p:nvSpPr>
          <p:cNvPr id="76" name="Text 74"/>
          <p:cNvSpPr/>
          <p:nvPr/>
        </p:nvSpPr>
        <p:spPr>
          <a:xfrm>
            <a:off x="411480" y="6537960"/>
            <a:ext cx="43891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700" dirty="0">
                <a:solidFill>
                  <a:srgbClr val="66778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مشروع افتتاح حدائق الملك عبدالله العالمية | نموذج التقرير اليومي للمسار | المسار ٠١</a:t>
            </a:r>
            <a:endParaRPr lang="en-US" sz="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8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08283B"/>
          </a:solidFill>
          <a:ln w="12700">
            <a:solidFill>
              <a:srgbClr val="08283B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3" name="Shape 1"/>
          <p:cNvSpPr/>
          <p:nvPr/>
        </p:nvSpPr>
        <p:spPr>
          <a:xfrm>
            <a:off x="0" y="658368"/>
            <a:ext cx="12191695" cy="36576"/>
          </a:xfrm>
          <a:prstGeom prst="rect">
            <a:avLst/>
          </a:prstGeom>
          <a:solidFill>
            <a:srgbClr val="C9A24A"/>
          </a:solidFill>
          <a:ln w="12700">
            <a:solidFill>
              <a:srgbClr val="C9A24A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4" name="Text 2"/>
          <p:cNvSpPr/>
          <p:nvPr/>
        </p:nvSpPr>
        <p:spPr>
          <a:xfrm>
            <a:off x="411480" y="182880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740" b="1" dirty="0">
                <a:solidFill>
                  <a:srgbClr val="C9A24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تقرير يومي للمسار</a:t>
            </a:r>
            <a:endParaRPr lang="en-US" sz="740" dirty="0"/>
          </a:p>
        </p:txBody>
      </p:sp>
      <p:sp>
        <p:nvSpPr>
          <p:cNvPr id="5" name="Text 3"/>
          <p:cNvSpPr/>
          <p:nvPr/>
        </p:nvSpPr>
        <p:spPr>
          <a:xfrm>
            <a:off x="2788920" y="109728"/>
            <a:ext cx="9006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17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الجدول الزمني اليومي للمسار</a:t>
            </a:r>
            <a:endParaRPr lang="en-US" sz="1720" dirty="0"/>
          </a:p>
        </p:txBody>
      </p:sp>
      <p:sp>
        <p:nvSpPr>
          <p:cNvPr id="6" name="Text 4"/>
          <p:cNvSpPr/>
          <p:nvPr/>
        </p:nvSpPr>
        <p:spPr>
          <a:xfrm>
            <a:off x="658368" y="960120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 algn="r" rtl="1">
              <a:buNone/>
            </a:pPr>
            <a:r>
              <a:rPr lang="en-US" sz="2100" b="1" dirty="0">
                <a:solidFill>
                  <a:srgbClr val="0828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الجدول الزمني </a:t>
            </a:r>
            <a:r>
              <a:rPr lang="ar-SA" sz="2100" b="1" dirty="0">
                <a:solidFill>
                  <a:srgbClr val="0828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ال</a:t>
            </a:r>
            <a:r>
              <a:rPr lang="en-US" sz="2100" b="1" dirty="0">
                <a:solidFill>
                  <a:srgbClr val="0828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يومي للمسار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658368" y="1335024"/>
            <a:ext cx="10881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950" dirty="0">
                <a:solidFill>
                  <a:srgbClr val="66778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أمس = ما تم إنجازه | اليوم = ما يتم تنفيذه الآن | غداً = ما سيتم تنفيذه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1417320" y="2971800"/>
            <a:ext cx="9372600" cy="0"/>
          </a:xfrm>
          <a:prstGeom prst="line">
            <a:avLst/>
          </a:prstGeom>
          <a:noFill/>
          <a:ln w="20320">
            <a:solidFill>
              <a:srgbClr val="08283B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9" name="Shape 7"/>
          <p:cNvSpPr/>
          <p:nvPr/>
        </p:nvSpPr>
        <p:spPr>
          <a:xfrm>
            <a:off x="2084832" y="2816352"/>
            <a:ext cx="310896" cy="310896"/>
          </a:xfrm>
          <a:prstGeom prst="ellipse">
            <a:avLst/>
          </a:prstGeom>
          <a:solidFill>
            <a:srgbClr val="2FA65A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10" name="Shape 8"/>
          <p:cNvSpPr/>
          <p:nvPr/>
        </p:nvSpPr>
        <p:spPr>
          <a:xfrm>
            <a:off x="2240280" y="2816352"/>
            <a:ext cx="0" cy="0"/>
          </a:xfrm>
          <a:prstGeom prst="line">
            <a:avLst/>
          </a:prstGeom>
          <a:noFill/>
          <a:ln w="8890">
            <a:solidFill>
              <a:srgbClr val="08283B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11" name="Shape 9"/>
          <p:cNvSpPr/>
          <p:nvPr/>
        </p:nvSpPr>
        <p:spPr>
          <a:xfrm>
            <a:off x="2017001" y="1737360"/>
            <a:ext cx="777240" cy="265176"/>
          </a:xfrm>
          <a:prstGeom prst="roundRect">
            <a:avLst>
              <a:gd name="adj" fmla="val 17241"/>
            </a:avLst>
          </a:prstGeom>
          <a:solidFill>
            <a:srgbClr val="2FA65A"/>
          </a:solidFill>
          <a:ln w="12700">
            <a:solidFill>
              <a:srgbClr val="2FA65A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12" name="Text 10"/>
          <p:cNvSpPr/>
          <p:nvPr/>
        </p:nvSpPr>
        <p:spPr>
          <a:xfrm>
            <a:off x="1883664" y="1801368"/>
            <a:ext cx="722376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7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مستقبلي</a:t>
            </a:r>
            <a:endParaRPr lang="en-US" sz="720" dirty="0"/>
          </a:p>
        </p:txBody>
      </p:sp>
      <p:sp>
        <p:nvSpPr>
          <p:cNvPr id="13" name="Text 11"/>
          <p:cNvSpPr/>
          <p:nvPr/>
        </p:nvSpPr>
        <p:spPr>
          <a:xfrm>
            <a:off x="404951" y="2112264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0828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غداً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13511" y="2459736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940" dirty="0">
                <a:solidFill>
                  <a:srgbClr val="66778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ما سيتم إنجازه غداً</a:t>
            </a:r>
            <a:endParaRPr lang="en-US" sz="940" dirty="0"/>
          </a:p>
        </p:txBody>
      </p:sp>
      <p:sp>
        <p:nvSpPr>
          <p:cNvPr id="15" name="Text 13"/>
          <p:cNvSpPr/>
          <p:nvPr/>
        </p:nvSpPr>
        <p:spPr>
          <a:xfrm>
            <a:off x="905256" y="3566160"/>
            <a:ext cx="25328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1010" b="1" dirty="0">
                <a:solidFill>
                  <a:srgbClr val="2FA65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أنشطة المسار</a:t>
            </a:r>
            <a:endParaRPr lang="en-US" sz="1010" dirty="0"/>
          </a:p>
        </p:txBody>
      </p:sp>
      <p:sp>
        <p:nvSpPr>
          <p:cNvPr id="16" name="Shape 14"/>
          <p:cNvSpPr/>
          <p:nvPr/>
        </p:nvSpPr>
        <p:spPr>
          <a:xfrm>
            <a:off x="905256" y="3840480"/>
            <a:ext cx="2532888" cy="0"/>
          </a:xfrm>
          <a:prstGeom prst="line">
            <a:avLst/>
          </a:prstGeom>
          <a:noFill/>
          <a:ln w="12700">
            <a:solidFill>
              <a:srgbClr val="2FA65A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17" name="Text 15"/>
          <p:cNvSpPr/>
          <p:nvPr/>
        </p:nvSpPr>
        <p:spPr>
          <a:xfrm>
            <a:off x="1005840" y="3895344"/>
            <a:ext cx="2331720" cy="87782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r" rtl="1">
              <a:buNone/>
            </a:pPr>
            <a:r>
              <a:rPr lang="en-US" sz="85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نشاط ١</a:t>
            </a:r>
            <a:endParaRPr lang="en-US" sz="850" dirty="0"/>
          </a:p>
          <a:p>
            <a:pPr marL="0" indent="0" algn="r" rtl="1">
              <a:buNone/>
            </a:pPr>
            <a:r>
              <a:rPr lang="en-US" sz="85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نشاط ٢</a:t>
            </a:r>
            <a:endParaRPr lang="en-US" sz="850" dirty="0"/>
          </a:p>
          <a:p>
            <a:pPr marL="0" indent="0" algn="r" rtl="1">
              <a:buNone/>
            </a:pPr>
            <a:r>
              <a:rPr lang="en-US" sz="85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نشاط ٣</a:t>
            </a:r>
            <a:endParaRPr lang="en-US" sz="850" dirty="0"/>
          </a:p>
          <a:p>
            <a:pPr marL="0" indent="0" algn="r" rtl="1">
              <a:buNone/>
            </a:pPr>
            <a:r>
              <a:rPr lang="en-US" sz="85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اعتماد/تنسيق مطلوب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5559552" y="2816352"/>
            <a:ext cx="310896" cy="310896"/>
          </a:xfrm>
          <a:prstGeom prst="ellipse">
            <a:avLst/>
          </a:prstGeom>
          <a:solidFill>
            <a:srgbClr val="C9A24A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19" name="Shape 17"/>
          <p:cNvSpPr/>
          <p:nvPr/>
        </p:nvSpPr>
        <p:spPr>
          <a:xfrm>
            <a:off x="5715000" y="2816352"/>
            <a:ext cx="0" cy="0"/>
          </a:xfrm>
          <a:prstGeom prst="line">
            <a:avLst/>
          </a:prstGeom>
          <a:noFill/>
          <a:ln w="8890">
            <a:solidFill>
              <a:srgbClr val="08283B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20" name="Shape 18"/>
          <p:cNvSpPr/>
          <p:nvPr/>
        </p:nvSpPr>
        <p:spPr>
          <a:xfrm>
            <a:off x="5451530" y="1737360"/>
            <a:ext cx="777240" cy="265176"/>
          </a:xfrm>
          <a:prstGeom prst="roundRect">
            <a:avLst>
              <a:gd name="adj" fmla="val 17241"/>
            </a:avLst>
          </a:prstGeom>
          <a:solidFill>
            <a:srgbClr val="C9A24A"/>
          </a:solidFill>
          <a:ln w="12700">
            <a:solidFill>
              <a:srgbClr val="C9A24A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21" name="Text 19"/>
          <p:cNvSpPr/>
          <p:nvPr/>
        </p:nvSpPr>
        <p:spPr>
          <a:xfrm>
            <a:off x="5358384" y="1801368"/>
            <a:ext cx="722376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7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جاري العمل</a:t>
            </a:r>
            <a:endParaRPr lang="en-US" sz="720" dirty="0"/>
          </a:p>
        </p:txBody>
      </p:sp>
      <p:sp>
        <p:nvSpPr>
          <p:cNvPr id="22" name="Text 20"/>
          <p:cNvSpPr/>
          <p:nvPr/>
        </p:nvSpPr>
        <p:spPr>
          <a:xfrm>
            <a:off x="3919865" y="2112264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0828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اليوم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3828425" y="2459736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940" dirty="0">
                <a:solidFill>
                  <a:srgbClr val="66778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ما يتم إنجازه اليوم</a:t>
            </a:r>
            <a:endParaRPr lang="en-US" sz="940" dirty="0"/>
          </a:p>
        </p:txBody>
      </p:sp>
      <p:sp>
        <p:nvSpPr>
          <p:cNvPr id="24" name="Text 22"/>
          <p:cNvSpPr/>
          <p:nvPr/>
        </p:nvSpPr>
        <p:spPr>
          <a:xfrm>
            <a:off x="4379976" y="3566160"/>
            <a:ext cx="25328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1010" b="1" dirty="0">
                <a:solidFill>
                  <a:srgbClr val="C9A24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أنشطة المسار</a:t>
            </a:r>
            <a:endParaRPr lang="en-US" sz="1010" dirty="0"/>
          </a:p>
        </p:txBody>
      </p:sp>
      <p:sp>
        <p:nvSpPr>
          <p:cNvPr id="25" name="Shape 23"/>
          <p:cNvSpPr/>
          <p:nvPr/>
        </p:nvSpPr>
        <p:spPr>
          <a:xfrm>
            <a:off x="4379976" y="3840480"/>
            <a:ext cx="2532888" cy="0"/>
          </a:xfrm>
          <a:prstGeom prst="line">
            <a:avLst/>
          </a:prstGeom>
          <a:noFill/>
          <a:ln w="12700">
            <a:solidFill>
              <a:srgbClr val="C9A24A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26" name="Text 24"/>
          <p:cNvSpPr/>
          <p:nvPr/>
        </p:nvSpPr>
        <p:spPr>
          <a:xfrm>
            <a:off x="4480560" y="3895344"/>
            <a:ext cx="2331720" cy="87782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r" rtl="1">
              <a:buNone/>
            </a:pPr>
            <a:r>
              <a:rPr lang="en-US" sz="85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نشاط ١</a:t>
            </a:r>
            <a:endParaRPr lang="en-US" sz="850" dirty="0"/>
          </a:p>
          <a:p>
            <a:pPr marL="0" indent="0" algn="r" rtl="1">
              <a:buNone/>
            </a:pPr>
            <a:r>
              <a:rPr lang="en-US" sz="85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نشاط ٢</a:t>
            </a:r>
            <a:endParaRPr lang="en-US" sz="850" dirty="0"/>
          </a:p>
          <a:p>
            <a:pPr marL="0" indent="0" algn="r" rtl="1">
              <a:buNone/>
            </a:pPr>
            <a:r>
              <a:rPr lang="en-US" sz="85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نشاط ٣</a:t>
            </a:r>
            <a:endParaRPr lang="en-US" sz="850" dirty="0"/>
          </a:p>
          <a:p>
            <a:pPr marL="0" indent="0" algn="r" rtl="1">
              <a:buNone/>
            </a:pPr>
            <a:r>
              <a:rPr lang="en-US" sz="85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اعتماد/تنسيق مطلوب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9034272" y="2816352"/>
            <a:ext cx="310896" cy="310896"/>
          </a:xfrm>
          <a:prstGeom prst="ellipse">
            <a:avLst/>
          </a:prstGeom>
          <a:solidFill>
            <a:srgbClr val="C9D3D6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28" name="Shape 26"/>
          <p:cNvSpPr/>
          <p:nvPr/>
        </p:nvSpPr>
        <p:spPr>
          <a:xfrm>
            <a:off x="9189720" y="2816352"/>
            <a:ext cx="0" cy="0"/>
          </a:xfrm>
          <a:prstGeom prst="line">
            <a:avLst/>
          </a:prstGeom>
          <a:noFill/>
          <a:ln w="8890">
            <a:solidFill>
              <a:srgbClr val="08283B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29" name="Shape 27"/>
          <p:cNvSpPr/>
          <p:nvPr/>
        </p:nvSpPr>
        <p:spPr>
          <a:xfrm>
            <a:off x="8986540" y="1737360"/>
            <a:ext cx="777240" cy="265176"/>
          </a:xfrm>
          <a:prstGeom prst="roundRect">
            <a:avLst>
              <a:gd name="adj" fmla="val 17241"/>
            </a:avLst>
          </a:prstGeom>
          <a:solidFill>
            <a:srgbClr val="C9D3D6"/>
          </a:solidFill>
          <a:ln w="12700">
            <a:solidFill>
              <a:srgbClr val="C9D3D6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30" name="Text 28"/>
          <p:cNvSpPr/>
          <p:nvPr/>
        </p:nvSpPr>
        <p:spPr>
          <a:xfrm>
            <a:off x="8833104" y="1801368"/>
            <a:ext cx="722376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720" b="1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مكتمل</a:t>
            </a:r>
            <a:endParaRPr lang="en-US" sz="720" dirty="0"/>
          </a:p>
        </p:txBody>
      </p:sp>
      <p:sp>
        <p:nvSpPr>
          <p:cNvPr id="31" name="Text 29"/>
          <p:cNvSpPr/>
          <p:nvPr/>
        </p:nvSpPr>
        <p:spPr>
          <a:xfrm>
            <a:off x="7364441" y="2112264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0828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أمس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7273001" y="2459736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940" dirty="0">
                <a:solidFill>
                  <a:srgbClr val="66778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ما تم إنجازه أمس</a:t>
            </a:r>
            <a:endParaRPr lang="en-US" sz="940" dirty="0"/>
          </a:p>
        </p:txBody>
      </p:sp>
      <p:sp>
        <p:nvSpPr>
          <p:cNvPr id="33" name="Text 31"/>
          <p:cNvSpPr/>
          <p:nvPr/>
        </p:nvSpPr>
        <p:spPr>
          <a:xfrm>
            <a:off x="7854696" y="3566160"/>
            <a:ext cx="25328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1010" b="1" dirty="0">
                <a:solidFill>
                  <a:srgbClr val="C9D3D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أنشطة المسار</a:t>
            </a:r>
            <a:endParaRPr lang="en-US" sz="1010" dirty="0"/>
          </a:p>
        </p:txBody>
      </p:sp>
      <p:sp>
        <p:nvSpPr>
          <p:cNvPr id="34" name="Shape 32"/>
          <p:cNvSpPr/>
          <p:nvPr/>
        </p:nvSpPr>
        <p:spPr>
          <a:xfrm>
            <a:off x="7854696" y="3840480"/>
            <a:ext cx="2532888" cy="0"/>
          </a:xfrm>
          <a:prstGeom prst="line">
            <a:avLst/>
          </a:prstGeom>
          <a:noFill/>
          <a:ln w="12700">
            <a:solidFill>
              <a:srgbClr val="C9D3D6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35" name="Text 33"/>
          <p:cNvSpPr/>
          <p:nvPr/>
        </p:nvSpPr>
        <p:spPr>
          <a:xfrm>
            <a:off x="7955280" y="3895344"/>
            <a:ext cx="2331720" cy="87782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r" rtl="1">
              <a:buNone/>
            </a:pPr>
            <a:r>
              <a:rPr lang="en-US" sz="85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نشاط ١</a:t>
            </a:r>
            <a:endParaRPr lang="en-US" sz="850" dirty="0"/>
          </a:p>
          <a:p>
            <a:pPr marL="0" indent="0" algn="r" rtl="1">
              <a:buNone/>
            </a:pPr>
            <a:r>
              <a:rPr lang="en-US" sz="85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نشاط ٢</a:t>
            </a:r>
            <a:endParaRPr lang="en-US" sz="850" dirty="0"/>
          </a:p>
          <a:p>
            <a:pPr marL="0" indent="0" algn="r" rtl="1">
              <a:buNone/>
            </a:pPr>
            <a:r>
              <a:rPr lang="en-US" sz="85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نشاط ٣</a:t>
            </a:r>
            <a:endParaRPr lang="en-US" sz="850" dirty="0"/>
          </a:p>
          <a:p>
            <a:pPr marL="0" indent="0" algn="r" rtl="1">
              <a:buNone/>
            </a:pPr>
            <a:r>
              <a:rPr lang="en-US" sz="85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اعتماد/تنسيق مطلوب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5715000" y="5440680"/>
            <a:ext cx="0" cy="0"/>
          </a:xfrm>
          <a:prstGeom prst="line">
            <a:avLst/>
          </a:prstGeom>
          <a:noFill/>
          <a:ln w="15240">
            <a:solidFill>
              <a:srgbClr val="C9A24A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8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08283B"/>
          </a:solidFill>
          <a:ln w="12700">
            <a:solidFill>
              <a:srgbClr val="08283B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3" name="Shape 1"/>
          <p:cNvSpPr/>
          <p:nvPr/>
        </p:nvSpPr>
        <p:spPr>
          <a:xfrm>
            <a:off x="0" y="658368"/>
            <a:ext cx="12191695" cy="36576"/>
          </a:xfrm>
          <a:prstGeom prst="rect">
            <a:avLst/>
          </a:prstGeom>
          <a:solidFill>
            <a:srgbClr val="C9A24A"/>
          </a:solidFill>
          <a:ln w="12700">
            <a:solidFill>
              <a:srgbClr val="C9A24A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4" name="Text 2"/>
          <p:cNvSpPr/>
          <p:nvPr/>
        </p:nvSpPr>
        <p:spPr>
          <a:xfrm>
            <a:off x="411480" y="182880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740" b="1" dirty="0">
                <a:solidFill>
                  <a:srgbClr val="C9A24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تقرير يومي للمسار</a:t>
            </a:r>
            <a:endParaRPr lang="en-US" sz="740" dirty="0"/>
          </a:p>
        </p:txBody>
      </p:sp>
      <p:sp>
        <p:nvSpPr>
          <p:cNvPr id="5" name="Text 3"/>
          <p:cNvSpPr/>
          <p:nvPr/>
        </p:nvSpPr>
        <p:spPr>
          <a:xfrm>
            <a:off x="2788920" y="109728"/>
            <a:ext cx="9006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17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مرفقات وصور اليوم</a:t>
            </a:r>
            <a:endParaRPr lang="en-US" sz="1720" dirty="0"/>
          </a:p>
        </p:txBody>
      </p:sp>
      <p:sp>
        <p:nvSpPr>
          <p:cNvPr id="6" name="Text 4"/>
          <p:cNvSpPr/>
          <p:nvPr/>
        </p:nvSpPr>
        <p:spPr>
          <a:xfrm>
            <a:off x="630936" y="1078992"/>
            <a:ext cx="52303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1010" b="1" dirty="0">
                <a:solidFill>
                  <a:srgbClr val="C9A24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صور / أدلة ميدانية</a:t>
            </a:r>
            <a:endParaRPr lang="en-US" sz="1010" dirty="0"/>
          </a:p>
        </p:txBody>
      </p:sp>
      <p:sp>
        <p:nvSpPr>
          <p:cNvPr id="7" name="Shape 5"/>
          <p:cNvSpPr/>
          <p:nvPr/>
        </p:nvSpPr>
        <p:spPr>
          <a:xfrm>
            <a:off x="630936" y="1353312"/>
            <a:ext cx="5230368" cy="0"/>
          </a:xfrm>
          <a:prstGeom prst="line">
            <a:avLst/>
          </a:prstGeom>
          <a:noFill/>
          <a:ln w="12700">
            <a:solidFill>
              <a:srgbClr val="C9A24A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8" name="Text 6"/>
          <p:cNvSpPr/>
          <p:nvPr/>
        </p:nvSpPr>
        <p:spPr>
          <a:xfrm>
            <a:off x="868680" y="1600200"/>
            <a:ext cx="4572000" cy="14630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r" rtl="1">
              <a:buNone/>
            </a:pPr>
            <a:r>
              <a:rPr lang="en-US" sz="1000" dirty="0">
                <a:solidFill>
                  <a:srgbClr val="66778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ضع هنا صور قبل/بعد أو لقطات من الموقع أو روابط الأدلة.</a:t>
            </a:r>
            <a:endParaRPr lang="en-US" sz="1000" dirty="0"/>
          </a:p>
          <a:p>
            <a:pPr marL="0" indent="0" algn="r" rtl="1">
              <a:buNone/>
            </a:pPr>
            <a:endParaRPr lang="en-US" sz="1000" dirty="0"/>
          </a:p>
          <a:p>
            <a:pPr marL="0" indent="0" algn="r" rtl="1">
              <a:buNone/>
            </a:pPr>
            <a:r>
              <a:rPr lang="en-US" sz="1000" dirty="0">
                <a:solidFill>
                  <a:srgbClr val="66778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صورة ١</a:t>
            </a:r>
            <a:endParaRPr lang="en-US" sz="1000" dirty="0"/>
          </a:p>
          <a:p>
            <a:pPr marL="0" indent="0" algn="r" rtl="1">
              <a:buNone/>
            </a:pPr>
            <a:r>
              <a:rPr lang="en-US" sz="1000" dirty="0">
                <a:solidFill>
                  <a:srgbClr val="66778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صورة ٢</a:t>
            </a:r>
            <a:endParaRPr lang="en-US" sz="1000" dirty="0"/>
          </a:p>
          <a:p>
            <a:pPr marL="0" indent="0" algn="r" rtl="1">
              <a:buNone/>
            </a:pPr>
            <a:r>
              <a:rPr lang="en-US" sz="1000" dirty="0">
                <a:solidFill>
                  <a:srgbClr val="66778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صورة ٣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391656" y="1078992"/>
            <a:ext cx="51846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1010" b="1" dirty="0">
                <a:solidFill>
                  <a:srgbClr val="116A6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التوصيات المقترحة للمسار</a:t>
            </a:r>
            <a:endParaRPr lang="en-US" sz="1010" dirty="0"/>
          </a:p>
        </p:txBody>
      </p:sp>
      <p:sp>
        <p:nvSpPr>
          <p:cNvPr id="10" name="Shape 8"/>
          <p:cNvSpPr/>
          <p:nvPr/>
        </p:nvSpPr>
        <p:spPr>
          <a:xfrm>
            <a:off x="6391656" y="1353312"/>
            <a:ext cx="5184648" cy="0"/>
          </a:xfrm>
          <a:prstGeom prst="line">
            <a:avLst/>
          </a:prstGeom>
          <a:noFill/>
          <a:ln w="12700">
            <a:solidFill>
              <a:srgbClr val="116A66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11" name="Shape 9"/>
          <p:cNvSpPr/>
          <p:nvPr/>
        </p:nvSpPr>
        <p:spPr>
          <a:xfrm>
            <a:off x="6537960" y="1481328"/>
            <a:ext cx="411480" cy="292608"/>
          </a:xfrm>
          <a:prstGeom prst="rect">
            <a:avLst/>
          </a:prstGeom>
          <a:solidFill>
            <a:srgbClr val="116A66"/>
          </a:solidFill>
          <a:ln w="4445">
            <a:solidFill>
              <a:srgbClr val="FFFFFF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12" name="Text 10"/>
          <p:cNvSpPr/>
          <p:nvPr/>
        </p:nvSpPr>
        <p:spPr>
          <a:xfrm>
            <a:off x="6565392" y="1531620"/>
            <a:ext cx="35661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71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موعد الحسم</a:t>
            </a:r>
            <a:endParaRPr lang="en-US" sz="710" dirty="0"/>
          </a:p>
        </p:txBody>
      </p:sp>
      <p:sp>
        <p:nvSpPr>
          <p:cNvPr id="13" name="Shape 11"/>
          <p:cNvSpPr/>
          <p:nvPr/>
        </p:nvSpPr>
        <p:spPr>
          <a:xfrm>
            <a:off x="6949440" y="1481328"/>
            <a:ext cx="1874520" cy="292608"/>
          </a:xfrm>
          <a:prstGeom prst="rect">
            <a:avLst/>
          </a:prstGeom>
          <a:solidFill>
            <a:srgbClr val="116A66"/>
          </a:solidFill>
          <a:ln w="4445">
            <a:solidFill>
              <a:srgbClr val="FFFFFF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14" name="Text 12"/>
          <p:cNvSpPr/>
          <p:nvPr/>
        </p:nvSpPr>
        <p:spPr>
          <a:xfrm>
            <a:off x="6976872" y="1531620"/>
            <a:ext cx="181965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71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القرار المطلوب</a:t>
            </a:r>
            <a:endParaRPr lang="en-US" sz="710" dirty="0"/>
          </a:p>
        </p:txBody>
      </p:sp>
      <p:sp>
        <p:nvSpPr>
          <p:cNvPr id="15" name="Shape 13"/>
          <p:cNvSpPr/>
          <p:nvPr/>
        </p:nvSpPr>
        <p:spPr>
          <a:xfrm>
            <a:off x="8823960" y="1481328"/>
            <a:ext cx="1737360" cy="292608"/>
          </a:xfrm>
          <a:prstGeom prst="rect">
            <a:avLst/>
          </a:prstGeom>
          <a:solidFill>
            <a:srgbClr val="116A66"/>
          </a:solidFill>
          <a:ln w="4445">
            <a:solidFill>
              <a:srgbClr val="FFFFFF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16" name="Text 14"/>
          <p:cNvSpPr/>
          <p:nvPr/>
        </p:nvSpPr>
        <p:spPr>
          <a:xfrm>
            <a:off x="8851392" y="1531620"/>
            <a:ext cx="16824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71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التوصية</a:t>
            </a:r>
            <a:endParaRPr lang="en-US" sz="710" dirty="0"/>
          </a:p>
        </p:txBody>
      </p:sp>
      <p:sp>
        <p:nvSpPr>
          <p:cNvPr id="17" name="Shape 15"/>
          <p:cNvSpPr/>
          <p:nvPr/>
        </p:nvSpPr>
        <p:spPr>
          <a:xfrm>
            <a:off x="10561320" y="1481328"/>
            <a:ext cx="1143000" cy="292608"/>
          </a:xfrm>
          <a:prstGeom prst="rect">
            <a:avLst/>
          </a:prstGeom>
          <a:solidFill>
            <a:srgbClr val="116A66"/>
          </a:solidFill>
          <a:ln w="4445">
            <a:solidFill>
              <a:srgbClr val="FFFFFF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18" name="Text 16"/>
          <p:cNvSpPr/>
          <p:nvPr/>
        </p:nvSpPr>
        <p:spPr>
          <a:xfrm>
            <a:off x="10588752" y="1531620"/>
            <a:ext cx="108813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71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#</a:t>
            </a:r>
            <a:endParaRPr lang="en-US" sz="710" dirty="0"/>
          </a:p>
        </p:txBody>
      </p:sp>
      <p:sp>
        <p:nvSpPr>
          <p:cNvPr id="19" name="Shape 17"/>
          <p:cNvSpPr/>
          <p:nvPr/>
        </p:nvSpPr>
        <p:spPr>
          <a:xfrm>
            <a:off x="6537960" y="1773936"/>
            <a:ext cx="411480" cy="420624"/>
          </a:xfrm>
          <a:prstGeom prst="rect">
            <a:avLst/>
          </a:prstGeom>
          <a:solidFill>
            <a:srgbClr val="FFFFFF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20" name="Text 18"/>
          <p:cNvSpPr/>
          <p:nvPr/>
        </p:nvSpPr>
        <p:spPr>
          <a:xfrm>
            <a:off x="6569964" y="1819656"/>
            <a:ext cx="347472" cy="329184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70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وقت</a:t>
            </a:r>
            <a:endParaRPr lang="en-US" sz="700" dirty="0"/>
          </a:p>
        </p:txBody>
      </p:sp>
      <p:sp>
        <p:nvSpPr>
          <p:cNvPr id="21" name="Shape 19"/>
          <p:cNvSpPr/>
          <p:nvPr/>
        </p:nvSpPr>
        <p:spPr>
          <a:xfrm>
            <a:off x="6949440" y="1773936"/>
            <a:ext cx="1874520" cy="420624"/>
          </a:xfrm>
          <a:prstGeom prst="rect">
            <a:avLst/>
          </a:prstGeom>
          <a:solidFill>
            <a:srgbClr val="FFFFFF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22" name="Text 20"/>
          <p:cNvSpPr/>
          <p:nvPr/>
        </p:nvSpPr>
        <p:spPr>
          <a:xfrm>
            <a:off x="6981444" y="1819656"/>
            <a:ext cx="1810512" cy="329184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70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قرار/إجراء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8823960" y="1773936"/>
            <a:ext cx="1737360" cy="420624"/>
          </a:xfrm>
          <a:prstGeom prst="rect">
            <a:avLst/>
          </a:prstGeom>
          <a:solidFill>
            <a:srgbClr val="FFFFFF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24" name="Text 22"/>
          <p:cNvSpPr/>
          <p:nvPr/>
        </p:nvSpPr>
        <p:spPr>
          <a:xfrm>
            <a:off x="8855964" y="1819656"/>
            <a:ext cx="1673352" cy="329184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70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توصية</a:t>
            </a:r>
            <a:endParaRPr lang="en-US" sz="700" dirty="0"/>
          </a:p>
        </p:txBody>
      </p:sp>
      <p:sp>
        <p:nvSpPr>
          <p:cNvPr id="25" name="Shape 23"/>
          <p:cNvSpPr/>
          <p:nvPr/>
        </p:nvSpPr>
        <p:spPr>
          <a:xfrm>
            <a:off x="10561320" y="1773936"/>
            <a:ext cx="1143000" cy="420624"/>
          </a:xfrm>
          <a:prstGeom prst="rect">
            <a:avLst/>
          </a:prstGeom>
          <a:solidFill>
            <a:srgbClr val="FFFFFF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26" name="Text 24"/>
          <p:cNvSpPr/>
          <p:nvPr/>
        </p:nvSpPr>
        <p:spPr>
          <a:xfrm>
            <a:off x="10593324" y="1819656"/>
            <a:ext cx="1078992" cy="329184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70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١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6537960" y="2194560"/>
            <a:ext cx="411480" cy="420624"/>
          </a:xfrm>
          <a:prstGeom prst="rect">
            <a:avLst/>
          </a:prstGeom>
          <a:solidFill>
            <a:srgbClr val="F7FAFA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28" name="Text 26"/>
          <p:cNvSpPr/>
          <p:nvPr/>
        </p:nvSpPr>
        <p:spPr>
          <a:xfrm>
            <a:off x="6569964" y="2240280"/>
            <a:ext cx="347472" cy="329184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70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وقت</a:t>
            </a:r>
            <a:endParaRPr lang="en-US" sz="700" dirty="0"/>
          </a:p>
        </p:txBody>
      </p:sp>
      <p:sp>
        <p:nvSpPr>
          <p:cNvPr id="29" name="Shape 27"/>
          <p:cNvSpPr/>
          <p:nvPr/>
        </p:nvSpPr>
        <p:spPr>
          <a:xfrm>
            <a:off x="6949440" y="2194560"/>
            <a:ext cx="1874520" cy="420624"/>
          </a:xfrm>
          <a:prstGeom prst="rect">
            <a:avLst/>
          </a:prstGeom>
          <a:solidFill>
            <a:srgbClr val="F7FAFA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30" name="Text 28"/>
          <p:cNvSpPr/>
          <p:nvPr/>
        </p:nvSpPr>
        <p:spPr>
          <a:xfrm>
            <a:off x="6981444" y="2240280"/>
            <a:ext cx="1810512" cy="329184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70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قرار/إجراء</a:t>
            </a:r>
            <a:endParaRPr lang="en-US" sz="700" dirty="0"/>
          </a:p>
        </p:txBody>
      </p:sp>
      <p:sp>
        <p:nvSpPr>
          <p:cNvPr id="31" name="Shape 29"/>
          <p:cNvSpPr/>
          <p:nvPr/>
        </p:nvSpPr>
        <p:spPr>
          <a:xfrm>
            <a:off x="8823960" y="2194560"/>
            <a:ext cx="1737360" cy="420624"/>
          </a:xfrm>
          <a:prstGeom prst="rect">
            <a:avLst/>
          </a:prstGeom>
          <a:solidFill>
            <a:srgbClr val="F7FAFA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32" name="Text 30"/>
          <p:cNvSpPr/>
          <p:nvPr/>
        </p:nvSpPr>
        <p:spPr>
          <a:xfrm>
            <a:off x="8855964" y="2240280"/>
            <a:ext cx="1673352" cy="329184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70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توصية</a:t>
            </a:r>
            <a:endParaRPr lang="en-US" sz="700" dirty="0"/>
          </a:p>
        </p:txBody>
      </p:sp>
      <p:sp>
        <p:nvSpPr>
          <p:cNvPr id="33" name="Shape 31"/>
          <p:cNvSpPr/>
          <p:nvPr/>
        </p:nvSpPr>
        <p:spPr>
          <a:xfrm>
            <a:off x="10561320" y="2194560"/>
            <a:ext cx="1143000" cy="420624"/>
          </a:xfrm>
          <a:prstGeom prst="rect">
            <a:avLst/>
          </a:prstGeom>
          <a:solidFill>
            <a:srgbClr val="F7FAFA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34" name="Text 32"/>
          <p:cNvSpPr/>
          <p:nvPr/>
        </p:nvSpPr>
        <p:spPr>
          <a:xfrm>
            <a:off x="10593324" y="2240280"/>
            <a:ext cx="1078992" cy="329184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70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٢</a:t>
            </a:r>
            <a:endParaRPr lang="en-US" sz="700" dirty="0"/>
          </a:p>
        </p:txBody>
      </p:sp>
      <p:sp>
        <p:nvSpPr>
          <p:cNvPr id="35" name="Shape 33"/>
          <p:cNvSpPr/>
          <p:nvPr/>
        </p:nvSpPr>
        <p:spPr>
          <a:xfrm>
            <a:off x="6537960" y="2615184"/>
            <a:ext cx="411480" cy="420624"/>
          </a:xfrm>
          <a:prstGeom prst="rect">
            <a:avLst/>
          </a:prstGeom>
          <a:solidFill>
            <a:srgbClr val="FFFFFF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36" name="Text 34"/>
          <p:cNvSpPr/>
          <p:nvPr/>
        </p:nvSpPr>
        <p:spPr>
          <a:xfrm>
            <a:off x="6569964" y="2660904"/>
            <a:ext cx="347472" cy="329184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70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وقت</a:t>
            </a:r>
            <a:endParaRPr lang="en-US" sz="700" dirty="0"/>
          </a:p>
        </p:txBody>
      </p:sp>
      <p:sp>
        <p:nvSpPr>
          <p:cNvPr id="37" name="Shape 35"/>
          <p:cNvSpPr/>
          <p:nvPr/>
        </p:nvSpPr>
        <p:spPr>
          <a:xfrm>
            <a:off x="6949440" y="2615184"/>
            <a:ext cx="1874520" cy="420624"/>
          </a:xfrm>
          <a:prstGeom prst="rect">
            <a:avLst/>
          </a:prstGeom>
          <a:solidFill>
            <a:srgbClr val="FFFFFF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38" name="Text 36"/>
          <p:cNvSpPr/>
          <p:nvPr/>
        </p:nvSpPr>
        <p:spPr>
          <a:xfrm>
            <a:off x="6981444" y="2660904"/>
            <a:ext cx="1810512" cy="329184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70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قرار/إجراء</a:t>
            </a:r>
            <a:endParaRPr lang="en-US" sz="700" dirty="0"/>
          </a:p>
        </p:txBody>
      </p:sp>
      <p:sp>
        <p:nvSpPr>
          <p:cNvPr id="39" name="Shape 37"/>
          <p:cNvSpPr/>
          <p:nvPr/>
        </p:nvSpPr>
        <p:spPr>
          <a:xfrm>
            <a:off x="8823960" y="2615184"/>
            <a:ext cx="1737360" cy="420624"/>
          </a:xfrm>
          <a:prstGeom prst="rect">
            <a:avLst/>
          </a:prstGeom>
          <a:solidFill>
            <a:srgbClr val="FFFFFF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40" name="Text 38"/>
          <p:cNvSpPr/>
          <p:nvPr/>
        </p:nvSpPr>
        <p:spPr>
          <a:xfrm>
            <a:off x="8855964" y="2660904"/>
            <a:ext cx="1673352" cy="329184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70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توصية</a:t>
            </a:r>
            <a:endParaRPr lang="en-US" sz="700" dirty="0"/>
          </a:p>
        </p:txBody>
      </p:sp>
      <p:sp>
        <p:nvSpPr>
          <p:cNvPr id="41" name="Shape 39"/>
          <p:cNvSpPr/>
          <p:nvPr/>
        </p:nvSpPr>
        <p:spPr>
          <a:xfrm>
            <a:off x="10561320" y="2615184"/>
            <a:ext cx="1143000" cy="420624"/>
          </a:xfrm>
          <a:prstGeom prst="rect">
            <a:avLst/>
          </a:prstGeom>
          <a:solidFill>
            <a:srgbClr val="FFFFFF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42" name="Text 40"/>
          <p:cNvSpPr/>
          <p:nvPr/>
        </p:nvSpPr>
        <p:spPr>
          <a:xfrm>
            <a:off x="10593324" y="2660904"/>
            <a:ext cx="1078992" cy="329184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70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٣</a:t>
            </a:r>
            <a:endParaRPr lang="en-US" sz="700" dirty="0"/>
          </a:p>
        </p:txBody>
      </p:sp>
      <p:sp>
        <p:nvSpPr>
          <p:cNvPr id="43" name="Shape 41"/>
          <p:cNvSpPr/>
          <p:nvPr/>
        </p:nvSpPr>
        <p:spPr>
          <a:xfrm>
            <a:off x="6537960" y="3035808"/>
            <a:ext cx="411480" cy="420624"/>
          </a:xfrm>
          <a:prstGeom prst="rect">
            <a:avLst/>
          </a:prstGeom>
          <a:solidFill>
            <a:srgbClr val="F7FAFA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44" name="Text 42"/>
          <p:cNvSpPr/>
          <p:nvPr/>
        </p:nvSpPr>
        <p:spPr>
          <a:xfrm>
            <a:off x="6569964" y="3081528"/>
            <a:ext cx="347472" cy="329184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70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وقت</a:t>
            </a:r>
            <a:endParaRPr lang="en-US" sz="700" dirty="0"/>
          </a:p>
        </p:txBody>
      </p:sp>
      <p:sp>
        <p:nvSpPr>
          <p:cNvPr id="45" name="Shape 43"/>
          <p:cNvSpPr/>
          <p:nvPr/>
        </p:nvSpPr>
        <p:spPr>
          <a:xfrm>
            <a:off x="6949440" y="3035808"/>
            <a:ext cx="1874520" cy="420624"/>
          </a:xfrm>
          <a:prstGeom prst="rect">
            <a:avLst/>
          </a:prstGeom>
          <a:solidFill>
            <a:srgbClr val="F7FAFA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46" name="Text 44"/>
          <p:cNvSpPr/>
          <p:nvPr/>
        </p:nvSpPr>
        <p:spPr>
          <a:xfrm>
            <a:off x="6981444" y="3081528"/>
            <a:ext cx="1810512" cy="329184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70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قرار/إجراء</a:t>
            </a:r>
            <a:endParaRPr lang="en-US" sz="700" dirty="0"/>
          </a:p>
        </p:txBody>
      </p:sp>
      <p:sp>
        <p:nvSpPr>
          <p:cNvPr id="47" name="Shape 45"/>
          <p:cNvSpPr/>
          <p:nvPr/>
        </p:nvSpPr>
        <p:spPr>
          <a:xfrm>
            <a:off x="8823960" y="3035808"/>
            <a:ext cx="1737360" cy="420624"/>
          </a:xfrm>
          <a:prstGeom prst="rect">
            <a:avLst/>
          </a:prstGeom>
          <a:solidFill>
            <a:srgbClr val="F7FAFA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48" name="Text 46"/>
          <p:cNvSpPr/>
          <p:nvPr/>
        </p:nvSpPr>
        <p:spPr>
          <a:xfrm>
            <a:off x="8855964" y="3081528"/>
            <a:ext cx="1673352" cy="329184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70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توصية</a:t>
            </a:r>
            <a:endParaRPr lang="en-US" sz="700" dirty="0"/>
          </a:p>
        </p:txBody>
      </p:sp>
      <p:sp>
        <p:nvSpPr>
          <p:cNvPr id="49" name="Shape 47"/>
          <p:cNvSpPr/>
          <p:nvPr/>
        </p:nvSpPr>
        <p:spPr>
          <a:xfrm>
            <a:off x="10561320" y="3035808"/>
            <a:ext cx="1143000" cy="420624"/>
          </a:xfrm>
          <a:prstGeom prst="rect">
            <a:avLst/>
          </a:prstGeom>
          <a:solidFill>
            <a:srgbClr val="F7FAFA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50" name="Text 48"/>
          <p:cNvSpPr/>
          <p:nvPr/>
        </p:nvSpPr>
        <p:spPr>
          <a:xfrm>
            <a:off x="10593324" y="3081528"/>
            <a:ext cx="1078992" cy="329184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70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٤</a:t>
            </a:r>
            <a:endParaRPr lang="en-US" sz="700" dirty="0"/>
          </a:p>
        </p:txBody>
      </p:sp>
      <p:sp>
        <p:nvSpPr>
          <p:cNvPr id="51" name="Text 49"/>
          <p:cNvSpPr/>
          <p:nvPr/>
        </p:nvSpPr>
        <p:spPr>
          <a:xfrm>
            <a:off x="630936" y="5724144"/>
            <a:ext cx="109453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1010" b="1" dirty="0">
                <a:solidFill>
                  <a:srgbClr val="0828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إرسال التقرير</a:t>
            </a:r>
            <a:endParaRPr lang="en-US" sz="1010" dirty="0"/>
          </a:p>
        </p:txBody>
      </p:sp>
      <p:sp>
        <p:nvSpPr>
          <p:cNvPr id="52" name="Shape 50"/>
          <p:cNvSpPr/>
          <p:nvPr/>
        </p:nvSpPr>
        <p:spPr>
          <a:xfrm>
            <a:off x="630936" y="5998464"/>
            <a:ext cx="10945368" cy="0"/>
          </a:xfrm>
          <a:prstGeom prst="line">
            <a:avLst/>
          </a:prstGeom>
          <a:noFill/>
          <a:ln w="12700">
            <a:solidFill>
              <a:srgbClr val="08283B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53" name="Text 51"/>
          <p:cNvSpPr/>
          <p:nvPr/>
        </p:nvSpPr>
        <p:spPr>
          <a:xfrm>
            <a:off x="786384" y="5751576"/>
            <a:ext cx="10149840" cy="14630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r" rtl="1">
              <a:buNone/>
            </a:pPr>
            <a:r>
              <a:rPr lang="en-US" sz="820" b="1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يرسل مسؤول المسار التقرير اليومي إلى مدير مكتب إدارة المشروع مع الروابط والمرفقات الداعمة.</a:t>
            </a:r>
            <a:endParaRPr lang="en-US" sz="82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>
            <a:extLst>
              <a:ext uri="{FF2B5EF4-FFF2-40B4-BE49-F238E27FC236}">
                <a16:creationId xmlns:a16="http://schemas.microsoft.com/office/drawing/2014/main" id="{4399ED3F-E846-2AED-CE6C-8C302F093501}"/>
              </a:ext>
            </a:extLst>
          </p:cNvPr>
          <p:cNvSpPr/>
          <p:nvPr/>
        </p:nvSpPr>
        <p:spPr>
          <a:xfrm>
            <a:off x="2451735" y="3155823"/>
            <a:ext cx="8915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ar-SA" sz="26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شكراً لكم ..</a:t>
            </a:r>
            <a:endParaRPr lang="en-US" sz="2600" dirty="0"/>
          </a:p>
        </p:txBody>
      </p:sp>
    </p:spTree>
    <p:extLst>
      <p:ext uri="{BB962C8B-B14F-4D97-AF65-F5344CB8AC3E}">
        <p14:creationId xmlns:p14="http://schemas.microsoft.com/office/powerpoint/2010/main" val="366262536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</TotalTime>
  <Words>684</Words>
  <Application>Microsoft Macintosh PowerPoint</Application>
  <PresentationFormat>Widescreen</PresentationFormat>
  <Paragraphs>280</Paragraphs>
  <Slides>8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Aptos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Mayadeen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نموذج التقرير اليومي لمسار التخطيط والتنسيق</dc:title>
  <dc:subject>KAGA Track Daily Report Template</dc:subject>
  <dc:creator>OpenAI</dc:creator>
  <cp:lastModifiedBy>Atheer ALthobiti</cp:lastModifiedBy>
  <cp:revision>5</cp:revision>
  <dcterms:created xsi:type="dcterms:W3CDTF">2026-06-04T19:50:48Z</dcterms:created>
  <dcterms:modified xsi:type="dcterms:W3CDTF">2026-06-07T21:22:37Z</dcterms:modified>
</cp:coreProperties>
</file>